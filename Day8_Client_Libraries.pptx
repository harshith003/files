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5" r:id="rId4"/>
    <p:sldMasterId id="2147484273" r:id="rId5"/>
    <p:sldMasterId id="2147484311" r:id="rId6"/>
  </p:sldMasterIdLst>
  <p:notesMasterIdLst>
    <p:notesMasterId r:id="rId28"/>
  </p:notesMasterIdLst>
  <p:handoutMasterIdLst>
    <p:handoutMasterId r:id="rId29"/>
  </p:handoutMasterIdLst>
  <p:sldIdLst>
    <p:sldId id="2112" r:id="rId7"/>
    <p:sldId id="2453" r:id="rId8"/>
    <p:sldId id="2459" r:id="rId9"/>
    <p:sldId id="2493" r:id="rId10"/>
    <p:sldId id="2483" r:id="rId11"/>
    <p:sldId id="2494" r:id="rId12"/>
    <p:sldId id="2495" r:id="rId13"/>
    <p:sldId id="2496" r:id="rId14"/>
    <p:sldId id="2484" r:id="rId15"/>
    <p:sldId id="2507" r:id="rId16"/>
    <p:sldId id="2485" r:id="rId17"/>
    <p:sldId id="2508" r:id="rId18"/>
    <p:sldId id="2514" r:id="rId19"/>
    <p:sldId id="2515" r:id="rId20"/>
    <p:sldId id="2486" r:id="rId21"/>
    <p:sldId id="2497" r:id="rId22"/>
    <p:sldId id="2498" r:id="rId23"/>
    <p:sldId id="2516" r:id="rId24"/>
    <p:sldId id="2438" r:id="rId25"/>
    <p:sldId id="2460" r:id="rId26"/>
    <p:sldId id="2489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lbach, Chris (Cognizant)" initials="AC(" lastIdx="3" clrIdx="0">
    <p:extLst>
      <p:ext uri="{19B8F6BF-5375-455C-9EA6-DF929625EA0E}">
        <p15:presenceInfo xmlns:p15="http://schemas.microsoft.com/office/powerpoint/2012/main" userId="S-1-5-21-1178368992-402679808-390482200-2418934" providerId="AD"/>
      </p:ext>
    </p:extLst>
  </p:cmAuthor>
  <p:cmAuthor id="2" name="Holsinger, Sophie (Contractor)" initials="HS(" lastIdx="2" clrIdx="1">
    <p:extLst>
      <p:ext uri="{19B8F6BF-5375-455C-9EA6-DF929625EA0E}">
        <p15:presenceInfo xmlns:p15="http://schemas.microsoft.com/office/powerpoint/2012/main" userId="S::745207@cognizant.com::be76981d-d1d7-4226-a9d6-fb7fa2b102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  <a:srgbClr val="ADD1FF"/>
    <a:srgbClr val="00277E"/>
    <a:srgbClr val="0D0D0D"/>
    <a:srgbClr val="2C67FF"/>
    <a:srgbClr val="404040"/>
    <a:srgbClr val="0033A0"/>
    <a:srgbClr val="328DFF"/>
    <a:srgbClr val="00006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69C127-31CF-4E2C-AB4A-C2E104AB5BFE}" v="1" dt="2022-01-10T16:23:43.635"/>
    <p1510:client id="{C5CA78C3-B2D6-4DD3-9F73-38A53DD39B19}" v="5" dt="2022-01-22T02:40:59.461"/>
    <p1510:client id="{EB7AB5B3-2A41-43EA-A20C-7E8F721BC980}" v="1" dt="2022-01-21T12:07:22.992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k, Sushanth (Cognizant)" userId="S::2074711@cognizant.com::30e549d2-ec3f-42fa-9def-4884542a8f0e" providerId="AD" clId="Web-{EB7AB5B3-2A41-43EA-A20C-7E8F721BC980}"/>
    <pc:docChg chg="modSld">
      <pc:chgData name="Naik, Sushanth (Cognizant)" userId="S::2074711@cognizant.com::30e549d2-ec3f-42fa-9def-4884542a8f0e" providerId="AD" clId="Web-{EB7AB5B3-2A41-43EA-A20C-7E8F721BC980}" dt="2022-01-21T12:07:22.992" v="0"/>
      <pc:docMkLst>
        <pc:docMk/>
      </pc:docMkLst>
      <pc:sldChg chg="addSp">
        <pc:chgData name="Naik, Sushanth (Cognizant)" userId="S::2074711@cognizant.com::30e549d2-ec3f-42fa-9def-4884542a8f0e" providerId="AD" clId="Web-{EB7AB5B3-2A41-43EA-A20C-7E8F721BC980}" dt="2022-01-21T12:07:22.992" v="0"/>
        <pc:sldMkLst>
          <pc:docMk/>
          <pc:sldMk cId="1809267627" sldId="2508"/>
        </pc:sldMkLst>
        <pc:spChg chg="add">
          <ac:chgData name="Naik, Sushanth (Cognizant)" userId="S::2074711@cognizant.com::30e549d2-ec3f-42fa-9def-4884542a8f0e" providerId="AD" clId="Web-{EB7AB5B3-2A41-43EA-A20C-7E8F721BC980}" dt="2022-01-21T12:07:22.992" v="0"/>
          <ac:spMkLst>
            <pc:docMk/>
            <pc:sldMk cId="1809267627" sldId="2508"/>
            <ac:spMk id="3" creationId="{92B8DCD7-3B21-42EE-85F0-E7820E74CA2C}"/>
          </ac:spMkLst>
        </pc:spChg>
      </pc:sldChg>
    </pc:docChg>
  </pc:docChgLst>
  <pc:docChgLst>
    <pc:chgData name="Naik, Sushanth (Cognizant)" userId="S::2074711@cognizant.com::30e549d2-ec3f-42fa-9def-4884542a8f0e" providerId="AD" clId="Web-{C5CA78C3-B2D6-4DD3-9F73-38A53DD39B19}"/>
    <pc:docChg chg="modSld">
      <pc:chgData name="Naik, Sushanth (Cognizant)" userId="S::2074711@cognizant.com::30e549d2-ec3f-42fa-9def-4884542a8f0e" providerId="AD" clId="Web-{C5CA78C3-B2D6-4DD3-9F73-38A53DD39B19}" dt="2022-01-22T02:40:59.461" v="1"/>
      <pc:docMkLst>
        <pc:docMk/>
      </pc:docMkLst>
      <pc:sldChg chg="delSp modSp">
        <pc:chgData name="Naik, Sushanth (Cognizant)" userId="S::2074711@cognizant.com::30e549d2-ec3f-42fa-9def-4884542a8f0e" providerId="AD" clId="Web-{C5CA78C3-B2D6-4DD3-9F73-38A53DD39B19}" dt="2022-01-22T02:40:59.461" v="1"/>
        <pc:sldMkLst>
          <pc:docMk/>
          <pc:sldMk cId="1809267627" sldId="2508"/>
        </pc:sldMkLst>
        <pc:spChg chg="del mod">
          <ac:chgData name="Naik, Sushanth (Cognizant)" userId="S::2074711@cognizant.com::30e549d2-ec3f-42fa-9def-4884542a8f0e" providerId="AD" clId="Web-{C5CA78C3-B2D6-4DD3-9F73-38A53DD39B19}" dt="2022-01-22T02:40:59.461" v="1"/>
          <ac:spMkLst>
            <pc:docMk/>
            <pc:sldMk cId="1809267627" sldId="2508"/>
            <ac:spMk id="3" creationId="{92B8DCD7-3B21-42EE-85F0-E7820E74CA2C}"/>
          </ac:spMkLst>
        </pc:spChg>
      </pc:sldChg>
    </pc:docChg>
  </pc:docChgLst>
  <pc:docChgLst>
    <pc:chgData name="Singh, Sanchay (Cognizant)" userId="S::2078228@cognizant.com::884d5b64-66d1-4e91-be77-f8f91c4515b2" providerId="AD" clId="Web-{7369C127-31CF-4E2C-AB4A-C2E104AB5BFE}"/>
    <pc:docChg chg="modSld">
      <pc:chgData name="Singh, Sanchay (Cognizant)" userId="S::2078228@cognizant.com::884d5b64-66d1-4e91-be77-f8f91c4515b2" providerId="AD" clId="Web-{7369C127-31CF-4E2C-AB4A-C2E104AB5BFE}" dt="2022-01-10T16:23:43.635" v="0" actId="1076"/>
      <pc:docMkLst>
        <pc:docMk/>
      </pc:docMkLst>
      <pc:sldChg chg="modSp">
        <pc:chgData name="Singh, Sanchay (Cognizant)" userId="S::2078228@cognizant.com::884d5b64-66d1-4e91-be77-f8f91c4515b2" providerId="AD" clId="Web-{7369C127-31CF-4E2C-AB4A-C2E104AB5BFE}" dt="2022-01-10T16:23:43.635" v="0" actId="1076"/>
        <pc:sldMkLst>
          <pc:docMk/>
          <pc:sldMk cId="3031446494" sldId="2483"/>
        </pc:sldMkLst>
        <pc:picChg chg="mod">
          <ac:chgData name="Singh, Sanchay (Cognizant)" userId="S::2078228@cognizant.com::884d5b64-66d1-4e91-be77-f8f91c4515b2" providerId="AD" clId="Web-{7369C127-31CF-4E2C-AB4A-C2E104AB5BFE}" dt="2022-01-10T16:23:43.635" v="0" actId="1076"/>
          <ac:picMkLst>
            <pc:docMk/>
            <pc:sldMk cId="3031446494" sldId="2483"/>
            <ac:picMk id="4" creationId="{FD9F0F16-E279-4B40-89C6-96C5FD628B2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 Regul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504ED-601C-9F41-A2BB-A84CD9D575D8}" type="datetimeFigureOut">
              <a:rPr lang="en-US" smtClean="0">
                <a:latin typeface="Arial Regular"/>
              </a:rPr>
              <a:t>1/21/2022</a:t>
            </a:fld>
            <a:endParaRPr lang="en-US">
              <a:latin typeface="Arial Regul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 Regul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85347-B0FD-EF4B-941B-A92CF753AB4E}" type="slidenum">
              <a:rPr lang="en-US" smtClean="0">
                <a:latin typeface="Arial Regular"/>
              </a:rPr>
              <a:t>‹#›</a:t>
            </a:fld>
            <a:endParaRPr lang="en-US">
              <a:latin typeface="Arial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081683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C4499A69-9E3B-7C4C-9E3F-523F007A72CB}" type="datetimeFigureOut">
              <a:rPr lang="en-US" smtClean="0"/>
              <a:pPr/>
              <a:t>1/21/2022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B02D6E04-3A2F-4B48-A297-666578EDF1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140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663BC2-C113-4DF0-828D-49E1A236C7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52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Single Line Title">
    <p:bg>
      <p:bgPr>
        <a:gradFill flip="none" rotWithShape="1">
          <a:gsLst>
            <a:gs pos="66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C9A73B0-41F0-3E40-BF14-EF98B7C21B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F69DE6-F71B-D441-B24C-6419119B82AF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A4128D7-098B-8241-92AE-59B6A86892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452017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D1D9E52-6107-5745-AA3C-C0D5178E14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206949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9E44F99F-797E-744C-A7A6-9DCFEF3F8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86" y="366048"/>
            <a:ext cx="3008265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993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Graphic 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animal&#10;&#10;Description automatically generated">
            <a:extLst>
              <a:ext uri="{FF2B5EF4-FFF2-40B4-BE49-F238E27FC236}">
                <a16:creationId xmlns:a16="http://schemas.microsoft.com/office/drawing/2014/main" id="{760CAE04-42F6-C14D-AB3C-36D5B9FC9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396"/>
            <a:ext cx="9144000" cy="51462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8E5F3-76E5-C042-960D-4D3913A473A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59000">
                <a:schemeClr val="accent1">
                  <a:alpha val="96000"/>
                </a:schemeClr>
              </a:gs>
              <a:gs pos="25000">
                <a:schemeClr val="accent3">
                  <a:alpha val="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31B7D22-96C5-D744-AB8D-7183965D3C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22C6B8-2F6B-8947-A2A3-ED9E370F7326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BC14C20-C069-724B-A635-DC1F5CCF80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452017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939A0796-1F5C-6743-A1D0-11A18609B2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206949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0B9CC9C9-D971-3041-A81C-BA9E6B224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86" y="366048"/>
            <a:ext cx="3008265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7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+ Client Logo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F24104C-8FB7-894E-951E-C148D518F3F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14013" y="306715"/>
            <a:ext cx="2777457" cy="614363"/>
          </a:xfrm>
          <a:noFill/>
        </p:spPr>
        <p:txBody>
          <a:bodyPr anchor="ctr" anchorCtr="0"/>
          <a:lstStyle>
            <a:lvl1pPr algn="ctr"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Insert Client or Partner Logo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470BAA-EBF9-104C-B584-E602EA7C40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88B880-0C43-D846-8830-8FD4A742FB42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691E4B0-6503-2048-9FDD-2EABA64EA6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452017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accent2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D30C681C-64D6-E149-9987-42CE9688AB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206949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8" name="Footer Placeholder 8">
            <a:extLst>
              <a:ext uri="{FF2B5EF4-FFF2-40B4-BE49-F238E27FC236}">
                <a16:creationId xmlns:a16="http://schemas.microsoft.com/office/drawing/2014/main" id="{ECF9ED1D-DD1B-3C44-B499-54A9BDCDF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64066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+ Client Logo_Doub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BCDCE1-35CA-004E-8A2B-18D80E76E3AE}"/>
              </a:ext>
            </a:extLst>
          </p:cNvPr>
          <p:cNvCxnSpPr>
            <a:cxnSpLocks/>
          </p:cNvCxnSpPr>
          <p:nvPr userDrawn="1"/>
        </p:nvCxnSpPr>
        <p:spPr>
          <a:xfrm flipV="1">
            <a:off x="3111568" y="572797"/>
            <a:ext cx="0" cy="649228"/>
          </a:xfrm>
          <a:prstGeom prst="line">
            <a:avLst/>
          </a:prstGeom>
          <a:ln w="1905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A573C84-40C4-8C40-AA0B-78E1756B2B1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14013" y="306715"/>
            <a:ext cx="2777457" cy="614363"/>
          </a:xfrm>
          <a:noFill/>
        </p:spPr>
        <p:txBody>
          <a:bodyPr anchor="ctr" anchorCtr="0"/>
          <a:lstStyle>
            <a:lvl1pPr algn="ctr"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Insert Client or Partner Logo Here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00CE5C8-92DF-234A-BCE9-4D8228A620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561267"/>
            <a:ext cx="8348837" cy="1107996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Double Line Title Here</a:t>
            </a:r>
            <a:br>
              <a:rPr lang="en-US"/>
            </a:br>
            <a:r>
              <a:rPr lang="en-US"/>
              <a:t>Double Line Title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F120-174E-F14D-A8E6-DB694BF08E0D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365738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28A13C9-C291-9B4A-83A8-715B7AC0FB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730312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accent2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9653D53-CFCB-F64B-AB0E-8B1239B01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485244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6E1D5D37-263A-134E-A978-EABB8ACB4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124871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38DDBF-3A18-FC4C-9433-65FAE52651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162050"/>
            <a:ext cx="8417052" cy="331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7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462C10-2E2B-9246-8923-A71FA9D87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162050"/>
            <a:ext cx="4030790" cy="3319272"/>
          </a:xfrm>
        </p:spPr>
        <p:txBody>
          <a:bodyPr/>
          <a:lstStyle>
            <a:lvl1pPr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DE6069-021D-AC40-B1ED-C63CD3B48D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3286" y="1162050"/>
            <a:ext cx="4030790" cy="3319272"/>
          </a:xfrm>
        </p:spPr>
        <p:txBody>
          <a:bodyPr/>
          <a:lstStyle>
            <a:lvl1pPr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058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626B74-7C61-A145-BD70-21148590E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8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D149372-F04D-CC48-8B4F-76F0320F3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2404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548ADF5-6624-B449-B0AB-E8FDF55A3B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80760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539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C19695-391B-DA44-A38A-0745805811B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65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378952" cy="621030"/>
          </a:xfrm>
        </p:spPr>
        <p:txBody>
          <a:bodyPr wrap="none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AEC6B79-D329-DE46-B777-F072288C8C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7952" y="1111401"/>
            <a:ext cx="8385048" cy="331927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3464" indent="-283464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0" indent="0">
              <a:buNone/>
              <a:defRPr lang="en-US" sz="1400" baseline="0" noProof="0" dirty="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4" y="4716758"/>
            <a:ext cx="1276651" cy="2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3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Graadien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C19695-391B-DA44-A38A-0745805811B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65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378952" cy="621030"/>
          </a:xfrm>
        </p:spPr>
        <p:txBody>
          <a:bodyPr wrap="none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77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B04ED9-CA93-3142-B4EC-8ED6F34D15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" y="0"/>
            <a:ext cx="9143716" cy="51435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3D68EAA-2800-2247-8628-ED1190D000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799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5D67C1-E5E2-DA4B-B9CA-F4770AE7E188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72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animal, bed, computer, sitting&#10;&#10;Description automatically generated">
            <a:extLst>
              <a:ext uri="{FF2B5EF4-FFF2-40B4-BE49-F238E27FC236}">
                <a16:creationId xmlns:a16="http://schemas.microsoft.com/office/drawing/2014/main" id="{A1136187-A332-734A-993D-A693410B0D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0A0C40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AAFF55D-6D18-1F44-A693-04D09308D0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799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7C825B-B4FF-FF40-84F6-962714FC3A43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98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580102-CAD4-A748-BD95-3E5812A2AD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928" y="-3"/>
            <a:ext cx="9142072" cy="514350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10EB9E-64BF-9644-B205-F00F04A6F5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799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0DD0DB-372F-554C-AC14-50A4A4866945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4" y="4716758"/>
            <a:ext cx="1276651" cy="2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36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A3ADC0F-2A6D-1D4D-9FFF-853C5C76A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314B20-F29A-994E-87AC-493EFA67ED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79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1C36AF9-C75C-DE4A-84C5-590522758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8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2DC92-B704-DC40-B83E-0F108277F590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4" y="4716758"/>
            <a:ext cx="1276651" cy="2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1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A3ADC0F-2A6D-1D4D-9FFF-853C5C76A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314B20-F29A-994E-87AC-493EFA67ED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79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1C36AF9-C75C-DE4A-84C5-590522758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8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2DC92-B704-DC40-B83E-0F108277F590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43575F0-2D79-7E43-8455-55C88625BB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0877" y="4212509"/>
            <a:ext cx="1812123" cy="614672"/>
          </a:xfrm>
        </p:spPr>
        <p:txBody>
          <a:bodyPr anchor="ctr" anchorCtr="0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Client/Partner Logo Here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006" y="4270228"/>
            <a:ext cx="3008265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16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White B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BFD3179-5709-AE4F-A788-E4498F3E16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506C890-9727-1D43-B575-700E781163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79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3485B7-9363-D842-9596-0299E998A5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8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CA94C-BBE0-1846-921C-E1AFFD0BB14A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4" y="4722599"/>
            <a:ext cx="128966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544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+ Partn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9B342-4542-7F44-B4EF-9314EC77E7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0877" y="4212509"/>
            <a:ext cx="1812123" cy="614672"/>
          </a:xfrm>
        </p:spPr>
        <p:txBody>
          <a:bodyPr anchor="ctr" anchorCtr="0"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Client/Partner Logo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002238E-5B2E-B247-94DB-4A3ABA560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3660F06-908D-324A-9D22-12DB921A12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79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E5196DC-63C2-DC4C-9AD0-F8EA668BF4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8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6FDEC5-70F3-8242-B371-DE69C53DE33E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86" y="366048"/>
            <a:ext cx="3008265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97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43B87D-A0F4-A145-BCBE-88325C169FEF}"/>
              </a:ext>
            </a:extLst>
          </p:cNvPr>
          <p:cNvSpPr/>
          <p:nvPr userDrawn="1"/>
        </p:nvSpPr>
        <p:spPr>
          <a:xfrm>
            <a:off x="0" y="4057650"/>
            <a:ext cx="91440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63CBB-0CE6-524D-A91E-F704F804A7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" y="0"/>
            <a:ext cx="91437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647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43B87D-A0F4-A145-BCBE-88325C169FEF}"/>
              </a:ext>
            </a:extLst>
          </p:cNvPr>
          <p:cNvSpPr/>
          <p:nvPr userDrawn="1"/>
        </p:nvSpPr>
        <p:spPr>
          <a:xfrm>
            <a:off x="0" y="4057650"/>
            <a:ext cx="91440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animal, bed, computer, sitting&#10;&#10;Description automatically generated">
            <a:extLst>
              <a:ext uri="{FF2B5EF4-FFF2-40B4-BE49-F238E27FC236}">
                <a16:creationId xmlns:a16="http://schemas.microsoft.com/office/drawing/2014/main" id="{AFD0E892-AD84-1E4B-88EE-D37B1E173C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95"/>
            <a:ext cx="9144000" cy="514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38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672F0-3606-864E-B5C6-3D3E01E37D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28" y="0"/>
            <a:ext cx="91604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630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Background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755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625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0498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AB80A-78BA-6B42-BA0D-B44ACF890F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367" y="3137"/>
            <a:ext cx="8464987" cy="455444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14858" y="994480"/>
            <a:ext cx="8460842" cy="3280567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rgbClr val="141414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rgbClr val="141414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rgbClr val="141414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rgbClr val="141414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rgbClr val="14141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384470" y="386442"/>
            <a:ext cx="8363857" cy="0"/>
          </a:xfrm>
          <a:prstGeom prst="line">
            <a:avLst/>
          </a:prstGeom>
          <a:ln w="6350" cmpd="sng">
            <a:gradFill flip="none" rotWithShape="1">
              <a:gsLst>
                <a:gs pos="0">
                  <a:srgbClr val="0099FF"/>
                </a:gs>
                <a:gs pos="100000">
                  <a:srgbClr val="008000"/>
                </a:gs>
              </a:gsLst>
              <a:lin ang="0" scaled="1"/>
              <a:tileRect/>
            </a:gra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7353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Single Line Title">
    <p:bg>
      <p:bgPr>
        <a:gradFill flip="none" rotWithShape="1">
          <a:gsLst>
            <a:gs pos="66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D8B3D69-F8A0-AC46-95E9-28C9598D7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119" y="382876"/>
            <a:ext cx="2624563" cy="558418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C9A73B0-41F0-3E40-BF14-EF98B7C21B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F69DE6-F71B-D441-B24C-6419119B82AF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A4128D7-098B-8241-92AE-59B6A86892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452017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D1D9E52-6107-5745-AA3C-C0D5178E14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206949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9E44F99F-797E-744C-A7A6-9DCFEF3F8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12550891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Double Line Title">
    <p:bg>
      <p:bgPr>
        <a:gradFill flip="none" rotWithShape="1">
          <a:gsLst>
            <a:gs pos="66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355E128-3976-D54B-8CB4-188AFAC603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561267"/>
            <a:ext cx="8348837" cy="1107996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Double Line Title Here</a:t>
            </a:r>
            <a:br>
              <a:rPr lang="en-US"/>
            </a:br>
            <a:r>
              <a:rPr lang="en-US"/>
              <a:t>Double Line Title Here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B09602A-3D3C-C044-8D3B-591771500E32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365738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7EFC0216-CC29-8049-971C-0588BD188E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730312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BB16F16B-768F-984C-A591-9BB9760A96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485244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1D0A58E-F413-134E-B7FA-239403A952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119" y="382876"/>
            <a:ext cx="2624563" cy="558418"/>
          </a:xfrm>
          <a:prstGeom prst="rect">
            <a:avLst/>
          </a:prstGeom>
        </p:spPr>
      </p:pic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1672A8D-4DB7-8348-A169-64D8EC326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4156953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Graphic 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animal&#10;&#10;Description automatically generated">
            <a:extLst>
              <a:ext uri="{FF2B5EF4-FFF2-40B4-BE49-F238E27FC236}">
                <a16:creationId xmlns:a16="http://schemas.microsoft.com/office/drawing/2014/main" id="{760CAE04-42F6-C14D-AB3C-36D5B9FC9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396"/>
            <a:ext cx="9144000" cy="51462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8E5F3-76E5-C042-960D-4D3913A473A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59000">
                <a:schemeClr val="accent1">
                  <a:alpha val="96000"/>
                </a:schemeClr>
              </a:gs>
              <a:gs pos="25000">
                <a:schemeClr val="accent3">
                  <a:alpha val="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6865CC2-EE1E-B44E-B46B-DD0F56CB7A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119" y="382876"/>
            <a:ext cx="2624563" cy="55841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31B7D22-96C5-D744-AB8D-7183965D3C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22C6B8-2F6B-8947-A2A3-ED9E370F7326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BC14C20-C069-724B-A635-DC1F5CCF80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452017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939A0796-1F5C-6743-A1D0-11A18609B2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206949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0B9CC9C9-D971-3041-A81C-BA9E6B224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40811807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Graphic Doub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animal&#10;&#10;Description automatically generated">
            <a:extLst>
              <a:ext uri="{FF2B5EF4-FFF2-40B4-BE49-F238E27FC236}">
                <a16:creationId xmlns:a16="http://schemas.microsoft.com/office/drawing/2014/main" id="{760CAE04-42F6-C14D-AB3C-36D5B9FC9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396"/>
            <a:ext cx="9144000" cy="514629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96E9237-80A4-8D4D-AF8F-78866C6D2C05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59000">
                <a:schemeClr val="accent1">
                  <a:alpha val="96000"/>
                </a:schemeClr>
              </a:gs>
              <a:gs pos="25000">
                <a:schemeClr val="accent3">
                  <a:alpha val="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E72939B-E866-3F48-956F-028BC0570F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119" y="382876"/>
            <a:ext cx="2624563" cy="55841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2C1B911-F437-1644-81AF-E4F0D63347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561267"/>
            <a:ext cx="8348837" cy="1107996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Double Line Title Here</a:t>
            </a:r>
            <a:br>
              <a:rPr lang="en-US"/>
            </a:br>
            <a:r>
              <a:rPr lang="en-US"/>
              <a:t>Double Line Title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779121-E465-634B-B2F7-19C558723B11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365738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6882BFA-92D1-754C-8A6B-468712FCC89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730312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E25F6749-10D1-E840-B58E-0BD71C6C4B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485244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9E90ED61-02F0-014B-ABEE-2397CF3B9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33008911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peed Graphic 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404F555-4B35-F044-B7D0-D32F73D755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6865CC2-EE1E-B44E-B46B-DD0F56CB7A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119" y="382876"/>
            <a:ext cx="2624563" cy="55841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E1258A4-09D8-664D-934C-0C07D252D4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DA0D648-BD2B-5645-81FD-088044B6FFDC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FF9AFFB6-D22A-3C4E-9092-D2D3A372AC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452017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C7EEFB4D-8BD1-7A49-BC27-5F48B29E81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206949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C7676DE8-F28E-344A-8FEC-386AE8A49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22741240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Speed Graphic Doub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380DC35-22AA-CB4D-B036-9AE68A672C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E72939B-E866-3F48-956F-028BC0570F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119" y="382876"/>
            <a:ext cx="2624563" cy="55841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A8502E8-6D49-0148-8E79-74D11082800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561267"/>
            <a:ext cx="8348837" cy="1107996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Double Line Title Here</a:t>
            </a:r>
            <a:br>
              <a:rPr lang="en-US"/>
            </a:br>
            <a:r>
              <a:rPr lang="en-US"/>
              <a:t>Double Line Title Here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3AB9D5-63D5-C845-9EE9-47323B47D8D3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365738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CF1D9D5A-91BF-5D48-B927-A5B58455E5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730312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5ACADCEC-F0AC-1A4F-BF69-1862F17AB2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485244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EC4C956A-E6D9-D24C-87B4-60CBB2163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336041984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+ Client Logo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close up of a sign&#10;&#10;Description automatically generated">
            <a:extLst>
              <a:ext uri="{FF2B5EF4-FFF2-40B4-BE49-F238E27FC236}">
                <a16:creationId xmlns:a16="http://schemas.microsoft.com/office/drawing/2014/main" id="{729CBCB3-DFC4-6A43-9125-F8D01C1DBC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956" y="79601"/>
            <a:ext cx="3237409" cy="1171967"/>
          </a:xfrm>
          <a:prstGeom prst="rect">
            <a:avLst/>
          </a:prstGeom>
        </p:spPr>
      </p:pic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F24104C-8FB7-894E-951E-C148D518F3F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14013" y="306715"/>
            <a:ext cx="2777457" cy="614363"/>
          </a:xfrm>
          <a:noFill/>
        </p:spPr>
        <p:txBody>
          <a:bodyPr anchor="ctr" anchorCtr="0"/>
          <a:lstStyle>
            <a:lvl1pPr algn="ctr"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Insert Client or Partner Logo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470BAA-EBF9-104C-B584-E602EA7C40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88B880-0C43-D846-8830-8FD4A742FB42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691E4B0-6503-2048-9FDD-2EABA64EA6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452017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accent2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D30C681C-64D6-E149-9987-42CE9688AB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206949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8" name="Footer Placeholder 8">
            <a:extLst>
              <a:ext uri="{FF2B5EF4-FFF2-40B4-BE49-F238E27FC236}">
                <a16:creationId xmlns:a16="http://schemas.microsoft.com/office/drawing/2014/main" id="{ECF9ED1D-DD1B-3C44-B499-54A9BDCDF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34555728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+ Client Logo_Doub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BCDCE1-35CA-004E-8A2B-18D80E76E3AE}"/>
              </a:ext>
            </a:extLst>
          </p:cNvPr>
          <p:cNvCxnSpPr>
            <a:cxnSpLocks/>
          </p:cNvCxnSpPr>
          <p:nvPr userDrawn="1"/>
        </p:nvCxnSpPr>
        <p:spPr>
          <a:xfrm flipV="1">
            <a:off x="3111568" y="572797"/>
            <a:ext cx="0" cy="649228"/>
          </a:xfrm>
          <a:prstGeom prst="line">
            <a:avLst/>
          </a:prstGeom>
          <a:ln w="1905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4CD00A0B-19B3-AE44-9414-54B79855AA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956" y="79601"/>
            <a:ext cx="3237409" cy="1171967"/>
          </a:xfrm>
          <a:prstGeom prst="rect">
            <a:avLst/>
          </a:prstGeom>
        </p:spPr>
      </p:pic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A573C84-40C4-8C40-AA0B-78E1756B2B1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14013" y="306715"/>
            <a:ext cx="2777457" cy="614363"/>
          </a:xfrm>
          <a:noFill/>
        </p:spPr>
        <p:txBody>
          <a:bodyPr anchor="ctr" anchorCtr="0"/>
          <a:lstStyle>
            <a:lvl1pPr algn="ctr"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Insert Client or Partner Logo Here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00CE5C8-92DF-234A-BCE9-4D8228A620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561267"/>
            <a:ext cx="8348837" cy="1107996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Double Line Title Here</a:t>
            </a:r>
            <a:br>
              <a:rPr lang="en-US"/>
            </a:br>
            <a:r>
              <a:rPr lang="en-US"/>
              <a:t>Double Line Title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F120-174E-F14D-A8E6-DB694BF08E0D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365738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28A13C9-C291-9B4A-83A8-715B7AC0FB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730312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accent2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9653D53-CFCB-F64B-AB0E-8B1239B01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485244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6E1D5D37-263A-134E-A978-EABB8ACB4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35130607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Cover Single + Client Logo_Single">
    <p:bg>
      <p:bgPr>
        <a:gradFill flip="none" rotWithShape="1">
          <a:gsLst>
            <a:gs pos="66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E394311-CCC6-F94F-925A-AA4EE294BA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457" y="382876"/>
            <a:ext cx="2624563" cy="558418"/>
          </a:xfrm>
          <a:prstGeom prst="rect">
            <a:avLst/>
          </a:prstGeom>
        </p:spPr>
      </p:pic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7C58A344-CE77-2840-9D7F-E36E9548827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14013" y="306715"/>
            <a:ext cx="2777457" cy="614363"/>
          </a:xfrm>
          <a:noFill/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Client or Partner Logo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944D65-B84E-A049-98EE-5270F8EEF10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3F2592-9A69-2945-909D-AF9293BA5882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36DBBC6-5A42-814E-A38D-B5720F6B24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452017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D23382F7-67E9-6D40-8247-B2FB027F3D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206949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6" name="Footer Placeholder 8">
            <a:extLst>
              <a:ext uri="{FF2B5EF4-FFF2-40B4-BE49-F238E27FC236}">
                <a16:creationId xmlns:a16="http://schemas.microsoft.com/office/drawing/2014/main" id="{CD2FB1B5-CBA0-AB44-9892-F8CE09330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17929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Cover Double + Client Logo_Double">
    <p:bg>
      <p:bgPr>
        <a:gradFill flip="none" rotWithShape="1">
          <a:gsLst>
            <a:gs pos="66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A90430C-755F-CC48-B69D-C7B5FE5816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457" y="382876"/>
            <a:ext cx="2624563" cy="558418"/>
          </a:xfrm>
          <a:prstGeom prst="rect">
            <a:avLst/>
          </a:prstGeom>
        </p:spPr>
      </p:pic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2A8B2F9B-A651-3F4E-8B67-3E1B494E2A0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14013" y="306715"/>
            <a:ext cx="2777457" cy="614363"/>
          </a:xfrm>
          <a:noFill/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Client or Partner Logo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7FD6EC7-574A-D447-8D14-F23F7EC6F8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3" y="1561267"/>
            <a:ext cx="8348837" cy="1107996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Double Line Title Here</a:t>
            </a:r>
            <a:br>
              <a:rPr lang="en-US"/>
            </a:br>
            <a:r>
              <a:rPr lang="en-US"/>
              <a:t>Double Line Title Here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21861E9-BDB1-744A-AB6C-6D5ABCB7AE12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7" y="3365738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BDD266F-DC19-6041-AB55-46A421EDB6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3" y="2730312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600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04D6F6F8-C665-8C49-8B1B-AEE354F16B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3" y="3485244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E6C5299D-07B1-D544-A185-7F1BEB9DFB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4112802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38DDBF-3A18-FC4C-9433-65FAE52651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162050"/>
            <a:ext cx="8417052" cy="331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544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462C10-2E2B-9246-8923-A71FA9D87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162050"/>
            <a:ext cx="4030790" cy="3319272"/>
          </a:xfrm>
        </p:spPr>
        <p:txBody>
          <a:bodyPr/>
          <a:lstStyle>
            <a:lvl1pPr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DE6069-021D-AC40-B1ED-C63CD3B48D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3286" y="1162050"/>
            <a:ext cx="4030790" cy="3319272"/>
          </a:xfrm>
        </p:spPr>
        <p:txBody>
          <a:bodyPr/>
          <a:lstStyle>
            <a:lvl1pPr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1912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626B74-7C61-A145-BD70-21148590E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8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D149372-F04D-CC48-8B4F-76F0320F3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2404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548ADF5-6624-B449-B0AB-E8FDF55A3B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80760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37420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C19695-391B-DA44-A38A-0745805811B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65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378952" cy="621030"/>
          </a:xfrm>
        </p:spPr>
        <p:txBody>
          <a:bodyPr wrap="none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0F4A04-9F09-BC4C-BCD8-015E0BC087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734300" y="4751509"/>
            <a:ext cx="1029775" cy="221011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AEC6B79-D329-DE46-B777-F072288C8C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7952" y="1111401"/>
            <a:ext cx="8385048" cy="331927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3464" indent="-283464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0" indent="0">
              <a:buNone/>
              <a:defRPr lang="en-US" sz="1400" baseline="0" noProof="0" dirty="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</p:txBody>
      </p:sp>
    </p:spTree>
    <p:extLst>
      <p:ext uri="{BB962C8B-B14F-4D97-AF65-F5344CB8AC3E}">
        <p14:creationId xmlns:p14="http://schemas.microsoft.com/office/powerpoint/2010/main" val="26414591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Graadien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C19695-391B-DA44-A38A-0745805811B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65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378952" cy="621030"/>
          </a:xfrm>
        </p:spPr>
        <p:txBody>
          <a:bodyPr wrap="none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70F4A04-9F09-BC4C-BCD8-015E0BC087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734300" y="4751509"/>
            <a:ext cx="1029775" cy="22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360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B04ED9-CA93-3142-B4EC-8ED6F34D15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" y="0"/>
            <a:ext cx="9143716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22C87B-454A-5546-8346-08CD9A74FE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734300" y="4693634"/>
            <a:ext cx="1029775" cy="221011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3D68EAA-2800-2247-8628-ED1190D000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799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5D67C1-E5E2-DA4B-B9CA-F4770AE7E188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549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animal, bed, computer, sitting&#10;&#10;Description automatically generated">
            <a:extLst>
              <a:ext uri="{FF2B5EF4-FFF2-40B4-BE49-F238E27FC236}">
                <a16:creationId xmlns:a16="http://schemas.microsoft.com/office/drawing/2014/main" id="{A1136187-A332-734A-993D-A693410B0D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0A0C40"/>
          </a:solidFill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0D9D5E-4D2E-CA4D-AD11-F48A3C1E8D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734300" y="4693634"/>
            <a:ext cx="1029775" cy="22101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AAFF55D-6D18-1F44-A693-04D09308D0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799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7C825B-B4FF-FF40-84F6-962714FC3A43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85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580102-CAD4-A748-BD95-3E5812A2AD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928" y="-3"/>
            <a:ext cx="9142072" cy="5143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AF8623-17CF-6240-8EE3-A38651F2E3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734300" y="4693634"/>
            <a:ext cx="1029775" cy="22101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10EB9E-64BF-9644-B205-F00F04A6F5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799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0DD0DB-372F-554C-AC14-50A4A4866945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2761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E91B630-BDD5-844D-9F57-E0F3DA8DE2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38551" y="4351664"/>
            <a:ext cx="2024449" cy="430734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A3ADC0F-2A6D-1D4D-9FFF-853C5C76A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314B20-F29A-994E-87AC-493EFA67ED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79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1C36AF9-C75C-DE4A-84C5-590522758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8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2DC92-B704-DC40-B83E-0F108277F590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5358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E91B630-BDD5-844D-9F57-E0F3DA8DE2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0377" y="4353665"/>
            <a:ext cx="2024449" cy="430734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A3ADC0F-2A6D-1D4D-9FFF-853C5C76A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314B20-F29A-994E-87AC-493EFA67ED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79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1C36AF9-C75C-DE4A-84C5-590522758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8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2DC92-B704-DC40-B83E-0F108277F590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43575F0-2D79-7E43-8455-55C88625BB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0877" y="4212509"/>
            <a:ext cx="1812123" cy="614672"/>
          </a:xfrm>
        </p:spPr>
        <p:txBody>
          <a:bodyPr anchor="ctr" anchorCtr="0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Client/Partner Logo Here</a:t>
            </a:r>
          </a:p>
        </p:txBody>
      </p:sp>
    </p:spTree>
    <p:extLst>
      <p:ext uri="{BB962C8B-B14F-4D97-AF65-F5344CB8AC3E}">
        <p14:creationId xmlns:p14="http://schemas.microsoft.com/office/powerpoint/2010/main" val="33938137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White B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BFD3179-5709-AE4F-A788-E4498F3E16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506C890-9727-1D43-B575-700E781163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79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3485B7-9363-D842-9596-0299E998A5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8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CA94C-BBE0-1846-921C-E1AFFD0BB14A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C2914087-A4EF-E640-A3E0-574DF86EF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1441" y="4114800"/>
            <a:ext cx="2509524" cy="908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225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+ Partn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9B342-4542-7F44-B4EF-9314EC77E7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0877" y="4212509"/>
            <a:ext cx="1812123" cy="614672"/>
          </a:xfrm>
        </p:spPr>
        <p:txBody>
          <a:bodyPr anchor="ctr" anchorCtr="0"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Client/Partner Logo Here</a:t>
            </a:r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1E3CF8DA-271C-CB40-9A53-7C2CBDDD59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9237" y="4114800"/>
            <a:ext cx="2509524" cy="908465"/>
          </a:xfrm>
          <a:prstGeom prst="rect">
            <a:avLst/>
          </a:prstGeom>
        </p:spPr>
      </p:pic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002238E-5B2E-B247-94DB-4A3ABA560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3660F06-908D-324A-9D22-12DB921A12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79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E5196DC-63C2-DC4C-9AD0-F8EA668BF4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8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6FDEC5-70F3-8242-B371-DE69C53DE33E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3402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43B87D-A0F4-A145-BCBE-88325C169FEF}"/>
              </a:ext>
            </a:extLst>
          </p:cNvPr>
          <p:cNvSpPr/>
          <p:nvPr userDrawn="1"/>
        </p:nvSpPr>
        <p:spPr>
          <a:xfrm>
            <a:off x="0" y="4057650"/>
            <a:ext cx="91440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63CBB-0CE6-524D-A91E-F704F804A7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" y="0"/>
            <a:ext cx="91437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777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43B87D-A0F4-A145-BCBE-88325C169FEF}"/>
              </a:ext>
            </a:extLst>
          </p:cNvPr>
          <p:cNvSpPr/>
          <p:nvPr userDrawn="1"/>
        </p:nvSpPr>
        <p:spPr>
          <a:xfrm>
            <a:off x="0" y="4057650"/>
            <a:ext cx="91440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animal, bed, computer, sitting&#10;&#10;Description automatically generated">
            <a:extLst>
              <a:ext uri="{FF2B5EF4-FFF2-40B4-BE49-F238E27FC236}">
                <a16:creationId xmlns:a16="http://schemas.microsoft.com/office/drawing/2014/main" id="{AFD0E892-AD84-1E4B-88EE-D37B1E173C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95"/>
            <a:ext cx="9144000" cy="514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47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672F0-3606-864E-B5C6-3D3E01E37D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28" y="0"/>
            <a:ext cx="91604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531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Background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9974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Single Line Title">
    <p:bg>
      <p:bgPr>
        <a:gradFill flip="none" rotWithShape="1">
          <a:gsLst>
            <a:gs pos="66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C9A73B0-41F0-3E40-BF14-EF98B7C21B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4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F69DE6-F71B-D441-B24C-6419119B82AF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8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1A4128D7-098B-8241-92AE-59B6A86892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4" y="2452018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594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D1D9E52-6107-5745-AA3C-C0D5178E14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4" y="3206950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9" name="Footer Placeholder 8">
            <a:extLst>
              <a:ext uri="{FF2B5EF4-FFF2-40B4-BE49-F238E27FC236}">
                <a16:creationId xmlns:a16="http://schemas.microsoft.com/office/drawing/2014/main" id="{9E44F99F-797E-744C-A7A6-9DCFEF3F8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87" y="366048"/>
            <a:ext cx="3008265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67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Graphic Single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animal&#10;&#10;Description automatically generated">
            <a:extLst>
              <a:ext uri="{FF2B5EF4-FFF2-40B4-BE49-F238E27FC236}">
                <a16:creationId xmlns:a16="http://schemas.microsoft.com/office/drawing/2014/main" id="{760CAE04-42F6-C14D-AB3C-36D5B9FC9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396"/>
            <a:ext cx="9144000" cy="51462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638E5F3-76E5-C042-960D-4D3913A473AF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59000">
                <a:schemeClr val="accent1">
                  <a:alpha val="96000"/>
                </a:schemeClr>
              </a:gs>
              <a:gs pos="25000">
                <a:schemeClr val="accent3">
                  <a:alpha val="0"/>
                </a:schemeClr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31B7D22-96C5-D744-AB8D-7183965D3C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4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22C6B8-2F6B-8947-A2A3-ED9E370F7326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8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BC14C20-C069-724B-A635-DC1F5CCF80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4" y="2452018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594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939A0796-1F5C-6743-A1D0-11A18609B2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4" y="3206950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0B9CC9C9-D971-3041-A81C-BA9E6B224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87" y="366048"/>
            <a:ext cx="3008265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6804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+ Client Logo_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F24104C-8FB7-894E-951E-C148D518F3F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14013" y="306716"/>
            <a:ext cx="2777457" cy="614363"/>
          </a:xfrm>
          <a:noFill/>
        </p:spPr>
        <p:txBody>
          <a:bodyPr anchor="ctr" anchorCtr="0"/>
          <a:lstStyle>
            <a:lvl1pPr algn="ctr"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Insert Client or Partner Logo Here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470BAA-EBF9-104C-B584-E602EA7C40D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4" y="1838266"/>
            <a:ext cx="8348837" cy="553998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Single Line Title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88B880-0C43-D846-8830-8FD4A742FB42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8" y="3087443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691E4B0-6503-2048-9FDD-2EABA64EA6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4" y="2452018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accent2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594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D30C681C-64D6-E149-9987-42CE9688AB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4" y="3206950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8" name="Footer Placeholder 8">
            <a:extLst>
              <a:ext uri="{FF2B5EF4-FFF2-40B4-BE49-F238E27FC236}">
                <a16:creationId xmlns:a16="http://schemas.microsoft.com/office/drawing/2014/main" id="{ECF9ED1D-DD1B-3C44-B499-54A9BDCDF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5075414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Cover + Client Logo_Double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BCDCE1-35CA-004E-8A2B-18D80E76E3AE}"/>
              </a:ext>
            </a:extLst>
          </p:cNvPr>
          <p:cNvCxnSpPr>
            <a:cxnSpLocks/>
          </p:cNvCxnSpPr>
          <p:nvPr userDrawn="1"/>
        </p:nvCxnSpPr>
        <p:spPr>
          <a:xfrm flipV="1">
            <a:off x="3111568" y="572798"/>
            <a:ext cx="0" cy="649228"/>
          </a:xfrm>
          <a:prstGeom prst="line">
            <a:avLst/>
          </a:prstGeom>
          <a:ln w="19050" cap="rnd">
            <a:solidFill>
              <a:schemeClr val="bg2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A573C84-40C4-8C40-AA0B-78E1756B2B1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514013" y="306716"/>
            <a:ext cx="2777457" cy="614363"/>
          </a:xfrm>
          <a:noFill/>
        </p:spPr>
        <p:txBody>
          <a:bodyPr anchor="ctr" anchorCtr="0"/>
          <a:lstStyle>
            <a:lvl1pPr algn="ctr">
              <a:defRPr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Insert Client or Partner Logo Here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00CE5C8-92DF-234A-BCE9-4D8228A620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414164" y="1561267"/>
            <a:ext cx="8348837" cy="1107996"/>
          </a:xfrm>
        </p:spPr>
        <p:txBody>
          <a:bodyPr wrap="square" anchor="ctr" anchorCtr="0">
            <a:spAutoFit/>
          </a:bodyPr>
          <a:lstStyle>
            <a:lvl1pPr algn="l">
              <a:defRPr sz="4000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Double Line Title Here</a:t>
            </a:r>
            <a:br>
              <a:rPr lang="en-US"/>
            </a:br>
            <a:r>
              <a:rPr lang="en-US"/>
              <a:t>Double Line Title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2BF120-174E-F14D-A8E6-DB694BF08E0D}"/>
              </a:ext>
            </a:extLst>
          </p:cNvPr>
          <p:cNvCxnSpPr>
            <a:cxnSpLocks/>
          </p:cNvCxnSpPr>
          <p:nvPr userDrawn="1"/>
        </p:nvCxnSpPr>
        <p:spPr bwMode="white">
          <a:xfrm flipH="1">
            <a:off x="392898" y="3365738"/>
            <a:ext cx="216946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28A13C9-C291-9B4A-83A8-715B7AC0FB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164" y="2730313"/>
            <a:ext cx="8327698" cy="406477"/>
          </a:xfrm>
        </p:spPr>
        <p:txBody>
          <a:bodyPr anchor="ctr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accent2"/>
                </a:solidFill>
              </a:defRPr>
            </a:lvl1pPr>
            <a:lvl2pPr marL="0" indent="0">
              <a:buNone/>
              <a:defRPr>
                <a:solidFill>
                  <a:schemeClr val="bg2"/>
                </a:solidFill>
              </a:defRPr>
            </a:lvl2pPr>
            <a:lvl3pPr marL="228594" indent="0">
              <a:buNone/>
              <a:defRPr/>
            </a:lvl3pPr>
          </a:lstStyle>
          <a:p>
            <a:pPr lvl="0"/>
            <a:r>
              <a:rPr lang="en-US"/>
              <a:t>Speaker’s Full Name or Subtitle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9653D53-CFCB-F64B-AB0E-8B1239B019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164" y="3485245"/>
            <a:ext cx="8324523" cy="254000"/>
          </a:xfrm>
        </p:spPr>
        <p:txBody>
          <a:bodyPr anchor="ctr" anchorCtr="0">
            <a:normAutofit/>
          </a:bodyPr>
          <a:lstStyle>
            <a:lvl1pPr>
              <a:defRPr sz="1600">
                <a:solidFill>
                  <a:schemeClr val="accent4"/>
                </a:solidFill>
              </a:defRPr>
            </a:lvl1pPr>
          </a:lstStyle>
          <a:p>
            <a:r>
              <a:rPr lang="en-US"/>
              <a:t>Speaker title and/or date</a:t>
            </a:r>
          </a:p>
        </p:txBody>
      </p:sp>
      <p:sp>
        <p:nvSpPr>
          <p:cNvPr id="17" name="Footer Placeholder 8">
            <a:extLst>
              <a:ext uri="{FF2B5EF4-FFF2-40B4-BE49-F238E27FC236}">
                <a16:creationId xmlns:a16="http://schemas.microsoft.com/office/drawing/2014/main" id="{6E1D5D37-263A-134E-A978-EABB8ACB4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</p:spTree>
    <p:extLst>
      <p:ext uri="{BB962C8B-B14F-4D97-AF65-F5344CB8AC3E}">
        <p14:creationId xmlns:p14="http://schemas.microsoft.com/office/powerpoint/2010/main" val="30633034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Layou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38DDBF-3A18-FC4C-9433-65FAE52651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162051"/>
            <a:ext cx="8417052" cy="331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2138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462C10-2E2B-9246-8923-A71FA9D87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9" y="1162050"/>
            <a:ext cx="4030790" cy="3319272"/>
          </a:xfrm>
        </p:spPr>
        <p:txBody>
          <a:bodyPr/>
          <a:lstStyle>
            <a:lvl1pPr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7DE6069-021D-AC40-B1ED-C63CD3B48D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3287" y="1162050"/>
            <a:ext cx="4030790" cy="3319272"/>
          </a:xfrm>
        </p:spPr>
        <p:txBody>
          <a:bodyPr/>
          <a:lstStyle>
            <a:lvl1pPr>
              <a:defRPr sz="1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19459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417052" cy="621030"/>
          </a:xfrm>
        </p:spPr>
        <p:txBody>
          <a:bodyPr wrap="non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626B74-7C61-A145-BD70-21148590E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8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D149372-F04D-CC48-8B4F-76F0320F3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2404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548ADF5-6624-B449-B0AB-E8FDF55A3B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80760" y="1162050"/>
            <a:ext cx="2688336" cy="33192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43854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C19695-391B-DA44-A38A-0745805811B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65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378952" cy="621030"/>
          </a:xfrm>
        </p:spPr>
        <p:txBody>
          <a:bodyPr wrap="none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AEC6B79-D329-DE46-B777-F072288C8C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7952" y="1111401"/>
            <a:ext cx="8385048" cy="331927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3457" indent="-283457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0" indent="0">
              <a:buNone/>
              <a:defRPr lang="en-US" sz="1400" baseline="0" noProof="0" dirty="0">
                <a:solidFill>
                  <a:schemeClr val="bg1"/>
                </a:solidFill>
              </a:defRPr>
            </a:lvl2pPr>
            <a:lvl3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3pPr>
            <a:lvl4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6pPr>
            <a:lvl7pPr marL="0" indent="0"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  <a:p>
            <a:pPr lvl="1"/>
            <a:endParaRPr lang="en-US"/>
          </a:p>
          <a:p>
            <a:pPr lvl="0"/>
            <a:r>
              <a:rPr lang="en-US"/>
              <a:t>Numbered text</a:t>
            </a:r>
          </a:p>
          <a:p>
            <a:pPr lvl="1"/>
            <a:r>
              <a:rPr lang="en-US"/>
              <a:t>Supporting text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5" y="4716759"/>
            <a:ext cx="1276651" cy="2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6865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Graadien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C19695-391B-DA44-A38A-0745805811B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65000">
                <a:schemeClr val="accent1"/>
              </a:gs>
              <a:gs pos="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C15AA5-70F9-0B45-8147-A29FFDCDC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1"/>
            <a:ext cx="8378952" cy="621030"/>
          </a:xfrm>
        </p:spPr>
        <p:txBody>
          <a:bodyPr wrap="none"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8C855543-B1C8-B946-B60D-4C04E3A8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740C1DF7-CAE5-ED40-B1C3-1FB1E0F74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995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B04ED9-CA93-3142-B4EC-8ED6F34D15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" y="0"/>
            <a:ext cx="9143716" cy="51435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63D68EAA-2800-2247-8628-ED1190D0008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800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5D67C1-E5E2-DA4B-B9CA-F4770AE7E188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07055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animal, bed, computer, sitting&#10;&#10;Description automatically generated">
            <a:extLst>
              <a:ext uri="{FF2B5EF4-FFF2-40B4-BE49-F238E27FC236}">
                <a16:creationId xmlns:a16="http://schemas.microsoft.com/office/drawing/2014/main" id="{A1136187-A332-734A-993D-A693410B0D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0A0C40"/>
          </a:solidFill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AAFF55D-6D18-1F44-A693-04D09308D0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800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7C825B-B4FF-FF40-84F6-962714FC3A43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81400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580102-CAD4-A748-BD95-3E5812A2AD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1929" y="-2"/>
            <a:ext cx="9142072" cy="514350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210EB9E-64BF-9644-B205-F00F04A6F5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821800" y="1709543"/>
            <a:ext cx="6731000" cy="1218795"/>
          </a:xfrm>
        </p:spPr>
        <p:txBody>
          <a:bodyPr wrap="square" anchor="t" anchorCtr="0">
            <a:spAutoFit/>
          </a:bodyPr>
          <a:lstStyle>
            <a:lvl1pPr algn="l">
              <a:defRPr sz="4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Divider Title Goes Here</a:t>
            </a:r>
            <a:br>
              <a:rPr lang="en-US"/>
            </a:br>
            <a:r>
              <a:rPr lang="en-US"/>
              <a:t>Divider Title Goes Here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0DD0DB-372F-554C-AC14-50A4A4866945}"/>
              </a:ext>
            </a:extLst>
          </p:cNvPr>
          <p:cNvCxnSpPr>
            <a:cxnSpLocks/>
          </p:cNvCxnSpPr>
          <p:nvPr userDrawn="1"/>
        </p:nvCxnSpPr>
        <p:spPr>
          <a:xfrm>
            <a:off x="821799" y="1507618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5" y="4716759"/>
            <a:ext cx="1276651" cy="2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0881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A3ADC0F-2A6D-1D4D-9FFF-853C5C76A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314B20-F29A-994E-87AC-493EFA67ED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80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1C36AF9-C75C-DE4A-84C5-590522758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9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2DC92-B704-DC40-B83E-0F108277F590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5" y="4716759"/>
            <a:ext cx="1276651" cy="27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5088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hank You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A3ADC0F-2A6D-1D4D-9FFF-853C5C76A3A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314B20-F29A-994E-87AC-493EFA67ED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80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1C36AF9-C75C-DE4A-84C5-590522758F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9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2DC92-B704-DC40-B83E-0F108277F590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43575F0-2D79-7E43-8455-55C88625BB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0878" y="4212510"/>
            <a:ext cx="1812123" cy="614672"/>
          </a:xfrm>
        </p:spPr>
        <p:txBody>
          <a:bodyPr anchor="ctr" anchorCtr="0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Client/Partner Logo Here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007" y="4270228"/>
            <a:ext cx="3008265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039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White B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BFD3179-5709-AE4F-A788-E4498F3E16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506C890-9727-1D43-B575-700E781163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80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3485B7-9363-D842-9596-0299E998A5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9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2CA94C-BBE0-1846-921C-E1AFFD0BB14A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5" y="4722599"/>
            <a:ext cx="128966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848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+ Partn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99B342-4542-7F44-B4EF-9314EC77E7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0878" y="4212510"/>
            <a:ext cx="1812123" cy="614672"/>
          </a:xfrm>
        </p:spPr>
        <p:txBody>
          <a:bodyPr anchor="ctr" anchorCtr="0"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Client/Partner Logo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002238E-5B2E-B247-94DB-4A3ABA560F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1633" y="2704549"/>
            <a:ext cx="8207508" cy="369332"/>
          </a:xfrm>
        </p:spPr>
        <p:txBody>
          <a:bodyPr wrap="square" anchor="ctr" anchorCtr="0">
            <a:spAutoFit/>
          </a:bodyPr>
          <a:lstStyle>
            <a:lvl1pPr algn="l">
              <a:defRPr sz="24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Name and Title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3660F06-908D-324A-9D22-12DB921A12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1633" y="3147680"/>
            <a:ext cx="8207508" cy="276999"/>
          </a:xfrm>
        </p:spPr>
        <p:txBody>
          <a:bodyPr wrap="square" anchor="ctr" anchorCtr="0">
            <a:spAutoFit/>
          </a:bodyPr>
          <a:lstStyle>
            <a:lvl1pPr algn="l">
              <a:defRPr sz="1800" b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E5196DC-63C2-DC4C-9AD0-F8EA668BF41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91633" y="1665889"/>
            <a:ext cx="4069701" cy="830997"/>
          </a:xfrm>
        </p:spPr>
        <p:txBody>
          <a:bodyPr wrap="square" anchor="t" anchorCtr="0">
            <a:spAutoFit/>
          </a:bodyPr>
          <a:lstStyle>
            <a:lvl1pPr algn="l">
              <a:defRPr sz="6000" b="0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16FDEC5-70F3-8242-B371-DE69C53DE33E}"/>
              </a:ext>
            </a:extLst>
          </p:cNvPr>
          <p:cNvCxnSpPr>
            <a:cxnSpLocks/>
          </p:cNvCxnSpPr>
          <p:nvPr userDrawn="1"/>
        </p:nvCxnSpPr>
        <p:spPr>
          <a:xfrm>
            <a:off x="391633" y="2543316"/>
            <a:ext cx="6720840" cy="0"/>
          </a:xfrm>
          <a:prstGeom prst="line">
            <a:avLst/>
          </a:prstGeom>
          <a:ln>
            <a:solidFill>
              <a:srgbClr val="2D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87" y="366048"/>
            <a:ext cx="3008265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5590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43B87D-A0F4-A145-BCBE-88325C169FEF}"/>
              </a:ext>
            </a:extLst>
          </p:cNvPr>
          <p:cNvSpPr/>
          <p:nvPr userDrawn="1"/>
        </p:nvSpPr>
        <p:spPr>
          <a:xfrm>
            <a:off x="0" y="4057650"/>
            <a:ext cx="91440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63CBB-0CE6-524D-A91E-F704F804A7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" y="0"/>
            <a:ext cx="91437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9962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43B87D-A0F4-A145-BCBE-88325C169FEF}"/>
              </a:ext>
            </a:extLst>
          </p:cNvPr>
          <p:cNvSpPr/>
          <p:nvPr userDrawn="1"/>
        </p:nvSpPr>
        <p:spPr>
          <a:xfrm>
            <a:off x="0" y="4057650"/>
            <a:ext cx="9144000" cy="1085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6" name="Picture 5" descr="A picture containing animal, bed, computer, sitting&#10;&#10;Description automatically generated">
            <a:extLst>
              <a:ext uri="{FF2B5EF4-FFF2-40B4-BE49-F238E27FC236}">
                <a16:creationId xmlns:a16="http://schemas.microsoft.com/office/drawing/2014/main" id="{AFD0E892-AD84-1E4B-88EE-D37B1E173C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95"/>
            <a:ext cx="9144000" cy="514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608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 Backgroun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4672F0-3606-864E-B5C6-3D3E01E37D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29" y="0"/>
            <a:ext cx="91604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083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Gradient Background">
    <p:bg>
      <p:bgPr>
        <a:gradFill flip="none" rotWithShape="1">
          <a:gsLst>
            <a:gs pos="65000">
              <a:schemeClr val="accent1"/>
            </a:gs>
            <a:gs pos="0">
              <a:schemeClr val="accent3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05444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9142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413539" y="700088"/>
            <a:ext cx="8339463" cy="304800"/>
          </a:xfrm>
        </p:spPr>
        <p:txBody>
          <a:bodyPr>
            <a:normAutofit/>
          </a:bodyPr>
          <a:lstStyle>
            <a:lvl1pPr marL="0" indent="0" algn="l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59723786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Utter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76667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089316"/>
            <a:ext cx="7772400" cy="3470672"/>
          </a:xfrm>
        </p:spPr>
        <p:txBody>
          <a:bodyPr/>
          <a:lstStyle>
            <a:lvl1pPr>
              <a:spcBef>
                <a:spcPts val="900"/>
              </a:spcBef>
              <a:defRPr/>
            </a:lvl1pPr>
            <a:lvl2pPr>
              <a:spcBef>
                <a:spcPts val="900"/>
              </a:spcBef>
              <a:defRPr/>
            </a:lvl2pPr>
            <a:lvl3pPr>
              <a:spcBef>
                <a:spcPts val="900"/>
              </a:spcBef>
              <a:defRPr/>
            </a:lvl3pPr>
            <a:lvl4pPr>
              <a:spcBef>
                <a:spcPts val="900"/>
              </a:spcBef>
              <a:defRPr/>
            </a:lvl4pPr>
            <a:lvl5pPr>
              <a:spcBef>
                <a:spcPts val="9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13539" y="700088"/>
            <a:ext cx="8339463" cy="304800"/>
          </a:xfrm>
        </p:spPr>
        <p:txBody>
          <a:bodyPr>
            <a:normAutofit/>
          </a:bodyPr>
          <a:lstStyle>
            <a:lvl1pPr marL="0" indent="0" algn="l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07643162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13539" y="700088"/>
            <a:ext cx="8339463" cy="304800"/>
          </a:xfrm>
        </p:spPr>
        <p:txBody>
          <a:bodyPr>
            <a:normAutofit/>
          </a:bodyPr>
          <a:lstStyle>
            <a:lvl1pPr marL="0" indent="0" algn="l">
              <a:lnSpc>
                <a:spcPct val="86000"/>
              </a:lnSpc>
              <a:spcBef>
                <a:spcPts val="0"/>
              </a:spcBef>
              <a:buNone/>
              <a:defRPr sz="1350" baseline="0"/>
            </a:lvl1pPr>
          </a:lstStyle>
          <a:p>
            <a:pPr lvl="0"/>
            <a:r>
              <a:rPr lang="en-US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17787685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without lin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40" y="247696"/>
            <a:ext cx="8389665" cy="455444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Header without line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853373"/>
            <a:ext cx="8382000" cy="34671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588" indent="-227001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24" indent="-166680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680" indent="-176204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38" indent="-176204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250480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background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3311176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Header &amp; 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E17DD-19FC-4C3A-8168-1354DEB9B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1261872"/>
            <a:ext cx="8385048" cy="331927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575"/>
            </a:lvl3pPr>
            <a:lvl4pPr>
              <a:defRPr sz="1575"/>
            </a:lvl4pPr>
            <a:lvl5pPr>
              <a:defRPr sz="1575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D511AA-6A21-4D17-A7EA-84E88C35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8313F-8A13-4A41-A8D7-31FB2FB074CF}" type="datetime1">
              <a:rPr lang="en-US" smtClean="0"/>
              <a:t>1/21/2022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B1582F7-096C-4E61-A430-37DE800F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2018 Cognizant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DECEAA4-0F33-4B6D-A269-0A7754E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3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49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slideLayout" Target="../slideLayouts/slideLayout48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28" Type="http://schemas.openxmlformats.org/officeDocument/2006/relationships/image" Target="../media/image11.png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Relationship Id="rId27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" Type="http://schemas.openxmlformats.org/officeDocument/2006/relationships/slideLayout" Target="../slideLayouts/slideLayout52.xml"/><Relationship Id="rId21" Type="http://schemas.openxmlformats.org/officeDocument/2006/relationships/slideLayout" Target="../slideLayouts/slideLayout70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9.xml"/><Relationship Id="rId29" Type="http://schemas.openxmlformats.org/officeDocument/2006/relationships/theme" Target="../theme/theme3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947BC-C135-4AF9-80CB-7EC49EFA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0"/>
            <a:ext cx="8378952" cy="6210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C3981-E47F-4B94-A56D-1A8F4B3B3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093304"/>
            <a:ext cx="8378952" cy="337930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68013F-8083-4869-B1B8-42E270F30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EC2F54-FE71-419F-B3E9-62861D2AA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4" y="4722599"/>
            <a:ext cx="128966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51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4" r:id="rId1"/>
    <p:sldLayoutId id="2147484183" r:id="rId2"/>
    <p:sldLayoutId id="2147484146" r:id="rId3"/>
    <p:sldLayoutId id="2147484144" r:id="rId4"/>
    <p:sldLayoutId id="2147484119" r:id="rId5"/>
    <p:sldLayoutId id="2147484193" r:id="rId6"/>
    <p:sldLayoutId id="2147484194" r:id="rId7"/>
    <p:sldLayoutId id="2147484195" r:id="rId8"/>
    <p:sldLayoutId id="2147484196" r:id="rId9"/>
    <p:sldLayoutId id="2147484100" r:id="rId10"/>
    <p:sldLayoutId id="2147484126" r:id="rId11"/>
    <p:sldLayoutId id="2147484131" r:id="rId12"/>
    <p:sldLayoutId id="2147484192" r:id="rId13"/>
    <p:sldLayoutId id="2147484200" r:id="rId14"/>
    <p:sldLayoutId id="2147484198" r:id="rId15"/>
    <p:sldLayoutId id="2147484199" r:id="rId16"/>
    <p:sldLayoutId id="2147484128" r:id="rId17"/>
    <p:sldLayoutId id="2147484130" r:id="rId18"/>
    <p:sldLayoutId id="2147484102" r:id="rId19"/>
    <p:sldLayoutId id="2147484113" r:id="rId20"/>
    <p:sldLayoutId id="2147484110" r:id="rId21"/>
    <p:sldLayoutId id="2147484201" r:id="rId22"/>
    <p:sldLayoutId id="2147484358" r:id="rId23"/>
  </p:sldLayoutIdLst>
  <p:hf hd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1450" indent="-171450" algn="l" defTabSz="914378" rtl="0" eaLnBrk="1" latinLnBrk="0" hangingPunct="1">
        <a:lnSpc>
          <a:spcPct val="100000"/>
        </a:lnSpc>
        <a:spcBef>
          <a:spcPts val="600"/>
        </a:spcBef>
        <a:buClrTx/>
        <a:buSzPct val="125000"/>
        <a:buFont typeface="Arial" panose="020B0604020202020204" pitchFamily="34" charset="0"/>
        <a:buChar char="•"/>
        <a:tabLst/>
        <a:defRPr sz="14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00050" indent="-171450" algn="l" defTabSz="914378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–"/>
        <a:tabLst/>
        <a:defRPr sz="12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73088" indent="-115888" algn="l" defTabSz="914378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•"/>
        <a:tabLst/>
        <a:defRPr sz="105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58838" indent="-173038" algn="l" defTabSz="914378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–"/>
        <a:tabLst/>
        <a:defRPr sz="9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42972" indent="-228594" algn="l" defTabSz="914378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371566" indent="-228594" algn="l" defTabSz="914378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90000"/>
        <a:buFont typeface="Arial" panose="020B0604020202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1600160" indent="-228594" algn="l" defTabSz="914378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9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1600160" indent="-228594" algn="l" defTabSz="914378" rtl="0" eaLnBrk="1" latinLnBrk="0" hangingPunct="1">
        <a:lnSpc>
          <a:spcPct val="100000"/>
        </a:lnSpc>
        <a:spcBef>
          <a:spcPts val="400"/>
        </a:spcBef>
        <a:buClrTx/>
        <a:buSzPct val="9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40" userDrawn="1">
          <p15:clr>
            <a:srgbClr val="F26B43"/>
          </p15:clr>
        </p15:guide>
        <p15:guide id="3" pos="5520" userDrawn="1">
          <p15:clr>
            <a:srgbClr val="F26B43"/>
          </p15:clr>
        </p15:guide>
        <p15:guide id="4" orient="horz" pos="2988" userDrawn="1">
          <p15:clr>
            <a:srgbClr val="F26B43"/>
          </p15:clr>
        </p15:guide>
        <p15:guide id="5" orient="horz" pos="5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947BC-C135-4AF9-80CB-7EC49EFA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0"/>
            <a:ext cx="8378952" cy="6210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C3981-E47F-4B94-A56D-1A8F4B3B3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093304"/>
            <a:ext cx="8378952" cy="337930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68013F-8083-4869-B1B8-42E270F30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1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EC2F54-FE71-419F-B3E9-62861D2AA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5C5FF7-2DC4-5442-BB0D-C1FF3C41C2F6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7723969" y="4742066"/>
            <a:ext cx="1039031" cy="22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5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4" r:id="rId1"/>
    <p:sldLayoutId id="2147484275" r:id="rId2"/>
    <p:sldLayoutId id="2147484276" r:id="rId3"/>
    <p:sldLayoutId id="2147484277" r:id="rId4"/>
    <p:sldLayoutId id="2147484278" r:id="rId5"/>
    <p:sldLayoutId id="2147484279" r:id="rId6"/>
    <p:sldLayoutId id="2147484280" r:id="rId7"/>
    <p:sldLayoutId id="2147484281" r:id="rId8"/>
    <p:sldLayoutId id="2147484282" r:id="rId9"/>
    <p:sldLayoutId id="2147484283" r:id="rId10"/>
    <p:sldLayoutId id="2147484284" r:id="rId11"/>
    <p:sldLayoutId id="2147484285" r:id="rId12"/>
    <p:sldLayoutId id="2147484286" r:id="rId13"/>
    <p:sldLayoutId id="2147484287" r:id="rId14"/>
    <p:sldLayoutId id="2147484288" r:id="rId15"/>
    <p:sldLayoutId id="2147484289" r:id="rId16"/>
    <p:sldLayoutId id="2147484290" r:id="rId17"/>
    <p:sldLayoutId id="2147484291" r:id="rId18"/>
    <p:sldLayoutId id="2147484292" r:id="rId19"/>
    <p:sldLayoutId id="2147484293" r:id="rId20"/>
    <p:sldLayoutId id="2147484294" r:id="rId21"/>
    <p:sldLayoutId id="2147484295" r:id="rId22"/>
    <p:sldLayoutId id="2147484296" r:id="rId23"/>
    <p:sldLayoutId id="2147484297" r:id="rId24"/>
    <p:sldLayoutId id="2147484298" r:id="rId25"/>
    <p:sldLayoutId id="2147484299" r:id="rId26"/>
  </p:sldLayoutIdLst>
  <p:hf hd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1450" indent="-171450" algn="l" defTabSz="914378" rtl="0" eaLnBrk="1" latinLnBrk="0" hangingPunct="1">
        <a:lnSpc>
          <a:spcPct val="100000"/>
        </a:lnSpc>
        <a:spcBef>
          <a:spcPts val="600"/>
        </a:spcBef>
        <a:buClrTx/>
        <a:buSzPct val="125000"/>
        <a:buFont typeface="Arial" panose="020B0604020202020204" pitchFamily="34" charset="0"/>
        <a:buChar char="•"/>
        <a:tabLst/>
        <a:defRPr sz="14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00050" indent="-171450" algn="l" defTabSz="914378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–"/>
        <a:tabLst/>
        <a:defRPr sz="12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73088" indent="-115888" algn="l" defTabSz="914378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•"/>
        <a:tabLst/>
        <a:defRPr sz="105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58838" indent="-173038" algn="l" defTabSz="914378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–"/>
        <a:tabLst/>
        <a:defRPr sz="9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42972" indent="-228594" algn="l" defTabSz="914378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371566" indent="-228594" algn="l" defTabSz="914378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90000"/>
        <a:buFont typeface="Arial" panose="020B0604020202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1600160" indent="-228594" algn="l" defTabSz="914378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9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1600160" indent="-228594" algn="l" defTabSz="914378" rtl="0" eaLnBrk="1" latinLnBrk="0" hangingPunct="1">
        <a:lnSpc>
          <a:spcPct val="100000"/>
        </a:lnSpc>
        <a:spcBef>
          <a:spcPts val="400"/>
        </a:spcBef>
        <a:buClrTx/>
        <a:buSzPct val="9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40">
          <p15:clr>
            <a:srgbClr val="F26B43"/>
          </p15:clr>
        </p15:guide>
        <p15:guide id="3" pos="5520">
          <p15:clr>
            <a:srgbClr val="F26B43"/>
          </p15:clr>
        </p15:guide>
        <p15:guide id="4" orient="horz" pos="2988">
          <p15:clr>
            <a:srgbClr val="F26B43"/>
          </p15:clr>
        </p15:guide>
        <p15:guide id="5" orient="horz" pos="56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9947BC-C135-4AF9-80CB-7EC49EFAF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274320"/>
            <a:ext cx="8378952" cy="6210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C3981-E47F-4B94-A56D-1A8F4B3B3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4048" y="1093304"/>
            <a:ext cx="8378952" cy="337930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68013F-8083-4869-B1B8-42E270F30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6" y="4695412"/>
            <a:ext cx="4572000" cy="18724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defRPr sz="750"/>
            </a:lvl2pPr>
            <a:lvl3pPr marL="0" indent="0">
              <a:defRPr sz="750"/>
            </a:lvl3pPr>
            <a:lvl4pPr marL="0" indent="0">
              <a:defRPr sz="750"/>
            </a:lvl4pPr>
            <a:lvl5pPr marL="0" indent="0">
              <a:defRPr sz="750"/>
            </a:lvl5pPr>
            <a:lvl6pPr marL="0" indent="0">
              <a:defRPr sz="750"/>
            </a:lvl6pPr>
            <a:lvl7pPr marL="0" indent="0">
              <a:defRPr sz="750"/>
            </a:lvl7pPr>
            <a:lvl8pPr marL="0" indent="0">
              <a:defRPr sz="750"/>
            </a:lvl8pPr>
            <a:lvl9pPr marL="0" indent="0">
              <a:defRPr sz="750"/>
            </a:lvl9pPr>
          </a:lstStyle>
          <a:p>
            <a:r>
              <a:rPr lang="en-US"/>
              <a:t>© 2020 Cognizant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EC2F54-FE71-419F-B3E9-62861D2AA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5100" y="4759541"/>
            <a:ext cx="228600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EF571-C9B4-4D92-A7F7-315B894862A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55" y="4722599"/>
            <a:ext cx="128966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58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2" r:id="rId1"/>
    <p:sldLayoutId id="2147484313" r:id="rId2"/>
    <p:sldLayoutId id="2147484314" r:id="rId3"/>
    <p:sldLayoutId id="2147484315" r:id="rId4"/>
    <p:sldLayoutId id="2147484316" r:id="rId5"/>
    <p:sldLayoutId id="2147484317" r:id="rId6"/>
    <p:sldLayoutId id="2147484318" r:id="rId7"/>
    <p:sldLayoutId id="2147484319" r:id="rId8"/>
    <p:sldLayoutId id="2147484320" r:id="rId9"/>
    <p:sldLayoutId id="2147484321" r:id="rId10"/>
    <p:sldLayoutId id="2147484322" r:id="rId11"/>
    <p:sldLayoutId id="2147484323" r:id="rId12"/>
    <p:sldLayoutId id="2147484324" r:id="rId13"/>
    <p:sldLayoutId id="2147484325" r:id="rId14"/>
    <p:sldLayoutId id="2147484326" r:id="rId15"/>
    <p:sldLayoutId id="2147484327" r:id="rId16"/>
    <p:sldLayoutId id="2147484328" r:id="rId17"/>
    <p:sldLayoutId id="2147484329" r:id="rId18"/>
    <p:sldLayoutId id="2147484330" r:id="rId19"/>
    <p:sldLayoutId id="2147484331" r:id="rId20"/>
    <p:sldLayoutId id="2147484332" r:id="rId21"/>
    <p:sldLayoutId id="2147484334" r:id="rId22"/>
    <p:sldLayoutId id="2147484335" r:id="rId23"/>
    <p:sldLayoutId id="2147484336" r:id="rId24"/>
    <p:sldLayoutId id="2147484337" r:id="rId25"/>
    <p:sldLayoutId id="2147484342" r:id="rId26"/>
    <p:sldLayoutId id="2147484343" r:id="rId27"/>
    <p:sldLayoutId id="2147484344" r:id="rId28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71446" indent="-171446" algn="l" defTabSz="914355" rtl="0" eaLnBrk="1" latinLnBrk="0" hangingPunct="1">
        <a:lnSpc>
          <a:spcPct val="100000"/>
        </a:lnSpc>
        <a:spcBef>
          <a:spcPts val="600"/>
        </a:spcBef>
        <a:buClrTx/>
        <a:buSzPct val="125000"/>
        <a:buFont typeface="Arial" panose="020B0604020202020204" pitchFamily="34" charset="0"/>
        <a:buChar char="•"/>
        <a:tabLst/>
        <a:defRPr sz="14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00040" indent="-171446" algn="l" defTabSz="914355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–"/>
        <a:tabLst/>
        <a:defRPr sz="12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73074" indent="-115885" algn="l" defTabSz="914355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•"/>
        <a:tabLst/>
        <a:defRPr sz="105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58817" indent="-173034" algn="l" defTabSz="914355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Arial" panose="020B0604020202020204" pitchFamily="34" charset="0"/>
        <a:buChar char="–"/>
        <a:tabLst/>
        <a:defRPr sz="900" kern="1200">
          <a:solidFill>
            <a:schemeClr val="tx2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42944" indent="-228588" algn="l" defTabSz="914355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125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1371532" indent="-228588" algn="l" defTabSz="914355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90000"/>
        <a:buFont typeface="Arial" panose="020B0604020202020204" pitchFamily="34" charset="0"/>
        <a:buChar char="–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1600120" indent="-228588" algn="l" defTabSz="914355" rtl="0" eaLnBrk="1" latinLnBrk="0" hangingPunct="1">
        <a:lnSpc>
          <a:spcPct val="100000"/>
        </a:lnSpc>
        <a:spcBef>
          <a:spcPts val="400"/>
        </a:spcBef>
        <a:buClr>
          <a:schemeClr val="accent2"/>
        </a:buClr>
        <a:buSzPct val="9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1600120" indent="-228588" algn="l" defTabSz="914355" rtl="0" eaLnBrk="1" latinLnBrk="0" hangingPunct="1">
        <a:lnSpc>
          <a:spcPct val="100000"/>
        </a:lnSpc>
        <a:spcBef>
          <a:spcPts val="400"/>
        </a:spcBef>
        <a:buClrTx/>
        <a:buSzPct val="9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40">
          <p15:clr>
            <a:srgbClr val="F26B43"/>
          </p15:clr>
        </p15:guide>
        <p15:guide id="3" pos="5520">
          <p15:clr>
            <a:srgbClr val="F26B43"/>
          </p15:clr>
        </p15:guide>
        <p15:guide id="4" orient="horz" pos="2988">
          <p15:clr>
            <a:srgbClr val="F26B43"/>
          </p15:clr>
        </p15:guide>
        <p15:guide id="5" orient="horz" pos="5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experienceleague.adobe.com/docs/experience-manager-65/developing/introduction/clientlibs.html?lang=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538CCB4-1560-6942-A5AB-C8F09B136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897" y="4611638"/>
            <a:ext cx="4572000" cy="155448"/>
          </a:xfrm>
        </p:spPr>
        <p:txBody>
          <a:bodyPr/>
          <a:lstStyle/>
          <a:p>
            <a:r>
              <a:rPr lang="en-US"/>
              <a:t>© 2021 Cognizant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BCE1D04-0A9E-5D41-992E-0FA6F4F8B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163" y="1893666"/>
            <a:ext cx="8348837" cy="443198"/>
          </a:xfrm>
        </p:spPr>
        <p:txBody>
          <a:bodyPr/>
          <a:lstStyle/>
          <a:p>
            <a:pPr algn="ctr"/>
            <a:r>
              <a:rPr lang="fr-FR" sz="3200">
                <a:latin typeface="Times New Roman" panose="02020603050405020304" pitchFamily="18" charset="0"/>
                <a:cs typeface="Times New Roman" panose="02020603050405020304" pitchFamily="18" charset="0"/>
              </a:rPr>
              <a:t>AEM CLIENT LIBRARIES &amp; DESIGNS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75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AB80A-78BA-6B42-BA0D-B44ACF890F5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5100" y="132776"/>
            <a:ext cx="8693587" cy="458581"/>
          </a:xfrm>
        </p:spPr>
        <p:txBody>
          <a:bodyPr>
            <a:normAutofit fontScale="90000"/>
          </a:bodyPr>
          <a:lstStyle/>
          <a:p>
            <a:r>
              <a:rPr lang="en-US" sz="2400"/>
              <a:t>Content</a:t>
            </a:r>
            <a:br>
              <a:rPr lang="en-US" sz="2400"/>
            </a:b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85100" y="612443"/>
            <a:ext cx="7850809" cy="328056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77E"/>
                </a:solidFill>
              </a:rPr>
              <a:t>What is  Client Library 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77E"/>
                </a:solidFill>
              </a:rPr>
              <a:t>Why are we using Client Library?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77E"/>
                </a:solidFill>
              </a:rPr>
              <a:t>Various locations to create Client Libraries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77E"/>
                </a:solidFill>
              </a:rPr>
              <a:t>Difference in Previous versions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77E"/>
                </a:solidFill>
              </a:rPr>
              <a:t>Creating Client Library Folders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77E"/>
                </a:solidFill>
              </a:rPr>
              <a:t>Useful Properties in Client Libraries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77E"/>
                </a:solidFill>
              </a:rPr>
              <a:t>Calling Client Library in AEM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77E"/>
                </a:solidFill>
              </a:rPr>
              <a:t>How to Minify, </a:t>
            </a:r>
            <a:r>
              <a:rPr lang="en-US" sz="1600" err="1">
                <a:solidFill>
                  <a:srgbClr val="00277E"/>
                </a:solidFill>
              </a:rPr>
              <a:t>Gzip</a:t>
            </a:r>
            <a:r>
              <a:rPr lang="en-US" sz="1600">
                <a:solidFill>
                  <a:srgbClr val="00277E"/>
                </a:solidFill>
              </a:rPr>
              <a:t>, Debug and restrict C.L creation under libs</a:t>
            </a:r>
          </a:p>
        </p:txBody>
      </p:sp>
    </p:spTree>
    <p:extLst>
      <p:ext uri="{BB962C8B-B14F-4D97-AF65-F5344CB8AC3E}">
        <p14:creationId xmlns:p14="http://schemas.microsoft.com/office/powerpoint/2010/main" val="321938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What is  Client Library ?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10EA796-F726-4157-9A99-83A3104A803B}"/>
              </a:ext>
            </a:extLst>
          </p:cNvPr>
          <p:cNvSpPr txBox="1">
            <a:spLocks/>
          </p:cNvSpPr>
          <p:nvPr/>
        </p:nvSpPr>
        <p:spPr>
          <a:xfrm>
            <a:off x="308512" y="552029"/>
            <a:ext cx="8460842" cy="225999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378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71450" indent="-171450" algn="l" defTabSz="914378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125000"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0050" indent="-171450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Tx/>
              <a:buSzPct val="100000"/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73088" indent="-115888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 sz="105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58838" indent="-173038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Tx/>
              <a:buSzPct val="100000"/>
              <a:buFont typeface="Arial" panose="020B0604020202020204" pitchFamily="34" charset="0"/>
              <a:buChar char="–"/>
              <a:tabLst/>
              <a:defRPr sz="90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42972" indent="-228594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1371566" indent="-228594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90000"/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00160" indent="-228594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600160" indent="-228594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Tx/>
              <a:buSzPct val="9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latin typeface="adobe-cle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18086-F9FA-48ED-A2BD-C5BD59501241}"/>
              </a:ext>
            </a:extLst>
          </p:cNvPr>
          <p:cNvSpPr txBox="1"/>
          <p:nvPr/>
        </p:nvSpPr>
        <p:spPr>
          <a:xfrm>
            <a:off x="308512" y="664760"/>
            <a:ext cx="81895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378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adobe-clean"/>
                <a:cs typeface="Arial" panose="020B0604020202020204" pitchFamily="34" charset="0"/>
              </a:rPr>
              <a:t>It helps to get look and feel for a website with the help of CSS and JS.</a:t>
            </a:r>
          </a:p>
          <a:p>
            <a:pPr marL="457200" indent="-457200" defTabSz="914378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1600">
              <a:solidFill>
                <a:schemeClr val="tx2">
                  <a:lumMod val="75000"/>
                  <a:lumOff val="25000"/>
                </a:schemeClr>
              </a:solidFill>
              <a:latin typeface="adobe-clean"/>
              <a:cs typeface="Arial" panose="020B0604020202020204" pitchFamily="34" charset="0"/>
            </a:endParaRPr>
          </a:p>
          <a:p>
            <a:pPr marL="285750" indent="-285750" defTabSz="914378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adobe-clean"/>
                <a:cs typeface="Arial" panose="020B0604020202020204" pitchFamily="34" charset="0"/>
              </a:rPr>
              <a:t>Clientlibs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adobe-clean"/>
                <a:cs typeface="Arial" panose="020B0604020202020204" pitchFamily="34" charset="0"/>
              </a:rPr>
              <a:t> or Client libraries in AEM is one of the most widely used features provided by Adobe, it allows us to not only manage our client side resources like ( JavaScript, CSS, images, fonts etc.), but also provide options to debug, minify, merge and </a:t>
            </a:r>
            <a:r>
              <a:rPr lang="en-US" sz="1600" err="1">
                <a:solidFill>
                  <a:schemeClr val="tx2">
                    <a:lumMod val="75000"/>
                    <a:lumOff val="25000"/>
                  </a:schemeClr>
                </a:solidFill>
                <a:latin typeface="adobe-clean"/>
                <a:cs typeface="Arial" panose="020B0604020202020204" pitchFamily="34" charset="0"/>
              </a:rPr>
              <a:t>gzip</a:t>
            </a:r>
            <a:r>
              <a:rPr lang="en-US" sz="1600">
                <a:solidFill>
                  <a:schemeClr val="tx2">
                    <a:lumMod val="75000"/>
                    <a:lumOff val="25000"/>
                  </a:schemeClr>
                </a:solidFill>
                <a:latin typeface="adobe-clean"/>
                <a:cs typeface="Arial" panose="020B0604020202020204" pitchFamily="34" charset="0"/>
              </a:rPr>
              <a:t> the client-side code </a:t>
            </a:r>
          </a:p>
        </p:txBody>
      </p:sp>
    </p:spTree>
    <p:extLst>
      <p:ext uri="{BB962C8B-B14F-4D97-AF65-F5344CB8AC3E}">
        <p14:creationId xmlns:p14="http://schemas.microsoft.com/office/powerpoint/2010/main" val="332287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Why we are using Client Library?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4EE01CA-48BB-4B84-87EF-0B5D68430BED}"/>
              </a:ext>
            </a:extLst>
          </p:cNvPr>
          <p:cNvSpPr txBox="1">
            <a:spLocks/>
          </p:cNvSpPr>
          <p:nvPr/>
        </p:nvSpPr>
        <p:spPr>
          <a:xfrm>
            <a:off x="116114" y="458581"/>
            <a:ext cx="8748076" cy="43021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78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71450" indent="-171450" algn="l" defTabSz="914378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125000"/>
              <a:buFont typeface="Arial" panose="020B0604020202020204" pitchFamily="34" charset="0"/>
              <a:buChar char="•"/>
              <a:tabLst/>
              <a:defRPr sz="140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400050" indent="-171450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Tx/>
              <a:buSzPct val="100000"/>
              <a:buFont typeface="Arial" panose="020B0604020202020204" pitchFamily="34" charset="0"/>
              <a:buChar char="–"/>
              <a:tabLst/>
              <a:defRPr sz="120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73088" indent="-115888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Tx/>
              <a:buSzPct val="100000"/>
              <a:buFont typeface="Arial" panose="020B0604020202020204" pitchFamily="34" charset="0"/>
              <a:buChar char="•"/>
              <a:tabLst/>
              <a:defRPr sz="105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58838" indent="-173038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Tx/>
              <a:buSzPct val="100000"/>
              <a:buFont typeface="Arial" panose="020B0604020202020204" pitchFamily="34" charset="0"/>
              <a:buChar char="–"/>
              <a:tabLst/>
              <a:defRPr sz="900" kern="12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142972" indent="-228594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1371566" indent="-228594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90000"/>
              <a:buFont typeface="Arial" panose="020B0604020202020204" pitchFamily="34" charset="0"/>
              <a:buChar char="–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600160" indent="-228594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2"/>
              </a:buClr>
              <a:buSzPct val="9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600160" indent="-228594" algn="l" defTabSz="914378" rtl="0" eaLnBrk="1" latinLnBrk="0" hangingPunct="1">
              <a:lnSpc>
                <a:spcPct val="100000"/>
              </a:lnSpc>
              <a:spcBef>
                <a:spcPts val="400"/>
              </a:spcBef>
              <a:buClrTx/>
              <a:buSzPct val="90000"/>
              <a:buFont typeface="Courier New" panose="02070309020205020404" pitchFamily="49" charset="0"/>
              <a:buChar char="o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adobe-clean"/>
              </a:rPr>
              <a:t>Modern websites uses complex JavaScript and CSS code. Organizing and optimizing the serving of this code can be a complicated issue.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adobe-clean"/>
              </a:rPr>
              <a:t>To help deal with this issue, AEM provides Client-side Library Folders which allow you to,</a:t>
            </a:r>
          </a:p>
          <a:p>
            <a:pPr marL="457200" lvl="1" indent="-285750">
              <a:buFont typeface="Wingdings" panose="05000000000000000000" pitchFamily="2" charset="2"/>
              <a:buChar char="v"/>
            </a:pPr>
            <a:r>
              <a:rPr lang="en-US">
                <a:latin typeface="adobe-clean"/>
              </a:rPr>
              <a:t>Store your client-side code in the repository </a:t>
            </a:r>
          </a:p>
          <a:p>
            <a:pPr marL="457200" lvl="1" indent="-285750">
              <a:buFont typeface="Wingdings" panose="05000000000000000000" pitchFamily="2" charset="2"/>
              <a:buChar char="v"/>
            </a:pPr>
            <a:r>
              <a:rPr lang="en-US">
                <a:latin typeface="adobe-clean"/>
              </a:rPr>
              <a:t>Organize it into categories</a:t>
            </a:r>
          </a:p>
          <a:p>
            <a:pPr marL="457200" lvl="1" indent="-285750">
              <a:buFont typeface="Wingdings" panose="05000000000000000000" pitchFamily="2" charset="2"/>
              <a:buChar char="v"/>
            </a:pPr>
            <a:r>
              <a:rPr lang="en-US">
                <a:latin typeface="adobe-clean"/>
              </a:rPr>
              <a:t>define when and how each category of code is to be served to the client.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adobe-clean"/>
              </a:rPr>
              <a:t>Client-side libraries are more flexible and easier to use in comparison to server-side libraries. They are used for the front-end development.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>
                <a:latin typeface="adobe-clean"/>
              </a:rPr>
              <a:t>To keep all the client-side resources organized in project folders in the CRX Repository</a:t>
            </a:r>
          </a:p>
        </p:txBody>
      </p:sp>
    </p:spTree>
    <p:extLst>
      <p:ext uri="{BB962C8B-B14F-4D97-AF65-F5344CB8AC3E}">
        <p14:creationId xmlns:p14="http://schemas.microsoft.com/office/powerpoint/2010/main" val="76952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Various locations to create Client Libraries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255639" y="542160"/>
            <a:ext cx="747947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Using Client libraries in AEM is very easy, we can create a client library folder either under apps,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etc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or libs, but it is strongly recommended not to create client library folder under libs.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A client-side library folder is a repository node of type 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cq:ClientLibraryFolder</a:t>
            </a:r>
            <a:endParaRPr lang="en-US" sz="1400">
              <a:solidFill>
                <a:srgbClr val="4A4A4A"/>
              </a:solidFill>
              <a:latin typeface="adobe-clean"/>
            </a:endParaRP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Client library folders located below /apps take precedence over same-named folders that are similarly located in /libs.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 Precedence : /apps/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cq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ui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/widgets &gt; / libs/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cq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ui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/widgets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F0F16-E279-4B40-89C6-96C5FD628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01" y="2782029"/>
            <a:ext cx="5676900" cy="195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44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Difference in Previous versions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255638" y="542160"/>
            <a:ext cx="863272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In Previous versions of AEM, client libraries were created under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etc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/designs.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This is still supported in higher versions.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 However, it is recommended that client libraries now be located under /apps.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This is to locate the client libraries near the other scripts, which are generally found below /apps and /libs.</a:t>
            </a:r>
          </a:p>
        </p:txBody>
      </p:sp>
    </p:spTree>
    <p:extLst>
      <p:ext uri="{BB962C8B-B14F-4D97-AF65-F5344CB8AC3E}">
        <p14:creationId xmlns:p14="http://schemas.microsoft.com/office/powerpoint/2010/main" val="81578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Creating Client Library Folders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255638" y="542160"/>
            <a:ext cx="8632721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Below steps will provide an idea about creating Client Libraries</a:t>
            </a:r>
          </a:p>
          <a:p>
            <a:pPr algn="l"/>
            <a:endParaRPr lang="en-US" sz="1400" i="0">
              <a:solidFill>
                <a:srgbClr val="4A4A4A"/>
              </a:solidFill>
              <a:effectLst/>
              <a:latin typeface="adobe-clean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Go to CRXDE.</a:t>
            </a:r>
          </a:p>
          <a:p>
            <a:pPr algn="l"/>
            <a:endParaRPr lang="en-US" sz="1400" i="0">
              <a:solidFill>
                <a:srgbClr val="4A4A4A"/>
              </a:solidFill>
              <a:effectLst/>
              <a:latin typeface="adobe-clean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Select the folder where you want to locate the client library folder and click Create &gt; Create Node.    (Select apps/project/&lt;component&gt;)</a:t>
            </a:r>
          </a:p>
          <a:p>
            <a:pPr algn="l"/>
            <a:endParaRPr lang="en-US" sz="1400" i="0">
              <a:solidFill>
                <a:srgbClr val="4A4A4A"/>
              </a:solidFill>
              <a:effectLst/>
              <a:latin typeface="adobe-clean"/>
            </a:endParaRPr>
          </a:p>
          <a:p>
            <a:pPr algn="l"/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           </a:t>
            </a:r>
            <a:r>
              <a:rPr lang="en-US" sz="1400" b="1" i="0">
                <a:solidFill>
                  <a:srgbClr val="4A4A4A"/>
                </a:solidFill>
                <a:effectLst/>
                <a:latin typeface="adobe-clean"/>
              </a:rPr>
              <a:t>Name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: </a:t>
            </a:r>
            <a:r>
              <a:rPr lang="en-US" sz="1400" i="0" err="1">
                <a:solidFill>
                  <a:srgbClr val="4A4A4A"/>
                </a:solidFill>
                <a:effectLst/>
                <a:latin typeface="adobe-clean"/>
              </a:rPr>
              <a:t>clientlib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(You can use any name)</a:t>
            </a:r>
          </a:p>
          <a:p>
            <a:pPr algn="l"/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           </a:t>
            </a:r>
            <a:r>
              <a:rPr lang="en-US" sz="1400" b="1" i="0">
                <a:solidFill>
                  <a:srgbClr val="4A4A4A"/>
                </a:solidFill>
                <a:effectLst/>
                <a:latin typeface="adobe-clean"/>
              </a:rPr>
              <a:t>Type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: </a:t>
            </a:r>
            <a:r>
              <a:rPr lang="en-US" sz="1400" i="0" err="1">
                <a:solidFill>
                  <a:schemeClr val="accent1">
                    <a:lumMod val="50000"/>
                    <a:lumOff val="50000"/>
                  </a:schemeClr>
                </a:solidFill>
                <a:effectLst/>
                <a:latin typeface="adobe-clean"/>
              </a:rPr>
              <a:t>cq:ClientLibraryFolder</a:t>
            </a:r>
            <a:endParaRPr lang="en-US" sz="1400" i="0">
              <a:solidFill>
                <a:schemeClr val="accent1">
                  <a:lumMod val="50000"/>
                  <a:lumOff val="50000"/>
                </a:schemeClr>
              </a:solidFill>
              <a:effectLst/>
              <a:latin typeface="adobe-clean"/>
            </a:endParaRPr>
          </a:p>
          <a:p>
            <a:pPr algn="l"/>
            <a:endParaRPr lang="en-US" sz="1400" i="0">
              <a:solidFill>
                <a:srgbClr val="4A4A4A"/>
              </a:solidFill>
              <a:effectLst/>
              <a:latin typeface="adobe-clean"/>
            </a:endParaRPr>
          </a:p>
          <a:p>
            <a:pPr algn="l"/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	Add categories property to </a:t>
            </a:r>
            <a:r>
              <a:rPr lang="en-US" sz="1400" i="0" err="1">
                <a:solidFill>
                  <a:srgbClr val="4A4A4A"/>
                </a:solidFill>
                <a:effectLst/>
                <a:latin typeface="adobe-clean"/>
              </a:rPr>
              <a:t>clientlib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node(</a:t>
            </a:r>
            <a:r>
              <a:rPr lang="en-US" sz="1400" b="1" i="0">
                <a:solidFill>
                  <a:srgbClr val="4A4A4A"/>
                </a:solidFill>
                <a:effectLst/>
                <a:latin typeface="adobe-clean"/>
              </a:rPr>
              <a:t>Only mandatory property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).</a:t>
            </a:r>
          </a:p>
          <a:p>
            <a:pPr algn="l"/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          </a:t>
            </a:r>
            <a:r>
              <a:rPr lang="en-US" sz="1400" b="1" i="0">
                <a:solidFill>
                  <a:srgbClr val="4A4A4A"/>
                </a:solidFill>
                <a:effectLst/>
                <a:latin typeface="adobe-clean"/>
              </a:rPr>
              <a:t>Name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: </a:t>
            </a:r>
            <a:r>
              <a:rPr lang="en-US" sz="1400" i="0">
                <a:solidFill>
                  <a:schemeClr val="accent1">
                    <a:lumMod val="50000"/>
                    <a:lumOff val="50000"/>
                  </a:schemeClr>
                </a:solidFill>
                <a:effectLst/>
                <a:latin typeface="adobe-clean"/>
              </a:rPr>
              <a:t>categories</a:t>
            </a:r>
          </a:p>
          <a:p>
            <a:pPr algn="l"/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          </a:t>
            </a:r>
            <a:r>
              <a:rPr lang="en-US" sz="1400" b="1" i="0">
                <a:solidFill>
                  <a:srgbClr val="4A4A4A"/>
                </a:solidFill>
                <a:effectLst/>
                <a:latin typeface="adobe-clean"/>
              </a:rPr>
              <a:t>Type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: String[]</a:t>
            </a:r>
          </a:p>
          <a:p>
            <a:pPr algn="l"/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          </a:t>
            </a:r>
            <a:r>
              <a:rPr lang="en-US" sz="1400" b="1" i="0">
                <a:solidFill>
                  <a:srgbClr val="4A4A4A"/>
                </a:solidFill>
                <a:effectLst/>
                <a:latin typeface="adobe-clean"/>
              </a:rPr>
              <a:t>Value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: </a:t>
            </a:r>
            <a:r>
              <a:rPr lang="en-US" sz="1400" i="0" err="1">
                <a:solidFill>
                  <a:srgbClr val="4A4A4A"/>
                </a:solidFill>
                <a:effectLst/>
                <a:latin typeface="adobe-clean"/>
              </a:rPr>
              <a:t>apps.aem.traning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(This name will be used to identify respective </a:t>
            </a:r>
            <a:r>
              <a:rPr lang="en-US" sz="1400" i="0" err="1">
                <a:solidFill>
                  <a:srgbClr val="4A4A4A"/>
                </a:solidFill>
                <a:effectLst/>
                <a:latin typeface="adobe-clean"/>
              </a:rPr>
              <a:t>clientlibs</a:t>
            </a:r>
            <a:r>
              <a:rPr lang="en-US" sz="1400" i="0">
                <a:solidFill>
                  <a:srgbClr val="4A4A4A"/>
                </a:solidFill>
                <a:effectLst/>
                <a:latin typeface="adobe-clean"/>
              </a:rPr>
              <a:t> folder- It can be any name)</a:t>
            </a:r>
          </a:p>
          <a:p>
            <a:pPr algn="l"/>
            <a:endParaRPr lang="en-US" sz="1400">
              <a:solidFill>
                <a:srgbClr val="4A4A4A"/>
              </a:solidFill>
              <a:latin typeface="adobe-clean"/>
            </a:endParaRPr>
          </a:p>
          <a:p>
            <a:pPr algn="l"/>
            <a:endParaRPr lang="en-US" sz="1400" i="0">
              <a:solidFill>
                <a:srgbClr val="4A4A4A"/>
              </a:solidFill>
              <a:effectLst/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Create a 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css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and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folders parallel to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folder (with 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jcr:primaryType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 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is 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nt:folder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), where our CSS and JS files will be placed.</a:t>
            </a:r>
          </a:p>
          <a:p>
            <a:pPr algn="l"/>
            <a:endParaRPr lang="en-US" sz="1400" i="0">
              <a:solidFill>
                <a:srgbClr val="4A4A4A"/>
              </a:solidFill>
              <a:effectLst/>
              <a:latin typeface="adobe-clean"/>
            </a:endParaRPr>
          </a:p>
        </p:txBody>
      </p:sp>
    </p:spTree>
    <p:extLst>
      <p:ext uri="{BB962C8B-B14F-4D97-AF65-F5344CB8AC3E}">
        <p14:creationId xmlns:p14="http://schemas.microsoft.com/office/powerpoint/2010/main" val="1592848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Creating Client Library Folders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255638" y="542160"/>
            <a:ext cx="863272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Create a 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js.txt 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and 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css.txt 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file parallel to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folder with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jcr:primaryType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is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nt:file</a:t>
            </a:r>
            <a:endParaRPr lang="en-US" sz="1400">
              <a:solidFill>
                <a:srgbClr val="4A4A4A"/>
              </a:solidFill>
              <a:latin typeface="adobe-cle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B71887-8D17-413C-9C5A-2CB990CC8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20" y="1075345"/>
            <a:ext cx="2247900" cy="23858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3ADCAC-F169-4EB0-9D4F-513E56AE4778}"/>
              </a:ext>
            </a:extLst>
          </p:cNvPr>
          <p:cNvSpPr txBox="1"/>
          <p:nvPr/>
        </p:nvSpPr>
        <p:spPr>
          <a:xfrm>
            <a:off x="333828" y="3596969"/>
            <a:ext cx="86327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Add the names of all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files created under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folder into js.txt .</a:t>
            </a:r>
          </a:p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Add names of all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css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files created under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css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folder into css.txt</a:t>
            </a:r>
          </a:p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This is to load the files properly under the same category client library</a:t>
            </a:r>
          </a:p>
        </p:txBody>
      </p:sp>
    </p:spTree>
    <p:extLst>
      <p:ext uri="{BB962C8B-B14F-4D97-AF65-F5344CB8AC3E}">
        <p14:creationId xmlns:p14="http://schemas.microsoft.com/office/powerpoint/2010/main" val="345261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Creating Client Library Folders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F4BF5A-9A46-4C5D-B592-9991EDF1A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3645F2-443A-4763-9CAE-E74537FB5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39" y="756538"/>
            <a:ext cx="3476625" cy="2457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8C53AA-EA07-4912-BAC2-A40F4AD3C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3312" y="677166"/>
            <a:ext cx="3381375" cy="351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5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Creating Client Library Folders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483732" y="687319"/>
            <a:ext cx="809296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4A4A4A"/>
                </a:solidFill>
                <a:latin typeface="adobe-clean"/>
              </a:rPr>
              <a:t>We must add following text to identify the root of the path of the source files: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#base=[root]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Replace 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[root] 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with the path to the folder that contains the source files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 In our case,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For js.txt   #base=js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For css.txt  #base=css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</p:txBody>
      </p:sp>
    </p:spTree>
    <p:extLst>
      <p:ext uri="{BB962C8B-B14F-4D97-AF65-F5344CB8AC3E}">
        <p14:creationId xmlns:p14="http://schemas.microsoft.com/office/powerpoint/2010/main" val="3317525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Useful Properties in Client Libraries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5BBB55F-F8EA-444D-A863-01E2BD0E739A}"/>
              </a:ext>
            </a:extLst>
          </p:cNvPr>
          <p:cNvSpPr/>
          <p:nvPr/>
        </p:nvSpPr>
        <p:spPr>
          <a:xfrm>
            <a:off x="185208" y="460280"/>
            <a:ext cx="881365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4A4A4A"/>
                </a:solidFill>
                <a:latin typeface="adobe-clean"/>
              </a:rPr>
              <a:t>We can see some terms using for client libs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 b="1" err="1">
                <a:solidFill>
                  <a:srgbClr val="4A4A4A"/>
                </a:solidFill>
                <a:latin typeface="adobe-clean"/>
              </a:rPr>
              <a:t>jcr:primaryType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 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– The “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” node must be of type 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cq:ClientLibraryFolder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. </a:t>
            </a: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So that AEM understand that this is client lib folder.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categories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– It is used to categorize or identify respective client library folder from where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and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css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files needs to be included.</a:t>
            </a: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 		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Type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: String array .</a:t>
            </a: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		you could use an existing name here, which means that when we include client library in component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jsp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htl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file using a category name that is available in more than one client library folder, then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and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css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files of all such folder will be send in the response.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If you want to include files from a particular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folder then keep the category name unique.</a:t>
            </a:r>
            <a:br>
              <a:rPr lang="en-US" sz="1400">
                <a:solidFill>
                  <a:srgbClr val="4A4A4A"/>
                </a:solidFill>
                <a:latin typeface="adobe-clean"/>
              </a:rPr>
            </a:br>
            <a:r>
              <a:rPr lang="en-US" sz="1400">
                <a:solidFill>
                  <a:srgbClr val="4A4A4A"/>
                </a:solidFill>
                <a:latin typeface="adobe-clean"/>
              </a:rPr>
              <a:t>Note:- categories value is not a unique identifier. It can be assigned to multiple client lib folders.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It is advisable to preface the category value by ‘apps’ or ‘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etc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’ to specify location of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</p:txBody>
      </p:sp>
    </p:spTree>
    <p:extLst>
      <p:ext uri="{BB962C8B-B14F-4D97-AF65-F5344CB8AC3E}">
        <p14:creationId xmlns:p14="http://schemas.microsoft.com/office/powerpoint/2010/main" val="27393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Useful Properties in Client Libraries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185208" y="460280"/>
            <a:ext cx="839149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dependencies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– when your client library files are dependent on some other files, you can use dependencies. </a:t>
            </a: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For example if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A depends on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B which depends on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C, then all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A,B and C will be included in the page. The order in which they will be included is First C the B then A.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embed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– AEM will merge all embedded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into the current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. This is usually used for minimizing requests and for accessing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. Remember it might have size/speed issues if used frequently.  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For example if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A embed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B which embed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C, then 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A will be  loaded by embedding 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B code. Remember 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C will not be embedded in this case.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Linking to Dependencies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The dependencies must be another 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cq:ClientLibraryFolder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 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. To identify dependencies, add a property to your 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cq:ClientLibraryFolder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 node with the following attributes: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lvl="1"/>
            <a:r>
              <a:rPr lang="en-US" sz="1400" b="1">
                <a:solidFill>
                  <a:srgbClr val="4A4A4A"/>
                </a:solidFill>
                <a:latin typeface="adobe-clean"/>
              </a:rPr>
              <a:t>Name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: dependencies</a:t>
            </a:r>
          </a:p>
          <a:p>
            <a:pPr lvl="1"/>
            <a:r>
              <a:rPr lang="en-US" sz="1400" b="1">
                <a:solidFill>
                  <a:srgbClr val="4A4A4A"/>
                </a:solidFill>
                <a:latin typeface="adobe-clean"/>
              </a:rPr>
              <a:t>Type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: String []</a:t>
            </a:r>
          </a:p>
          <a:p>
            <a:pPr lvl="1"/>
            <a:r>
              <a:rPr lang="en-US" sz="1400" b="1">
                <a:solidFill>
                  <a:srgbClr val="4A4A4A"/>
                </a:solidFill>
                <a:latin typeface="adobe-clean"/>
              </a:rPr>
              <a:t>Values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: The value of the categories property of the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cq:ClientLibraryFolder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node that the current library folder depends on.</a:t>
            </a:r>
          </a:p>
          <a:p>
            <a:pPr lvl="1"/>
            <a:r>
              <a:rPr lang="en-US" sz="1400">
                <a:solidFill>
                  <a:srgbClr val="4A4A4A"/>
                </a:solidFill>
                <a:latin typeface="adobe-clean"/>
              </a:rPr>
              <a:t>									</a:t>
            </a:r>
          </a:p>
        </p:txBody>
      </p:sp>
    </p:spTree>
    <p:extLst>
      <p:ext uri="{BB962C8B-B14F-4D97-AF65-F5344CB8AC3E}">
        <p14:creationId xmlns:p14="http://schemas.microsoft.com/office/powerpoint/2010/main" val="180926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Useful Properties in Client Libraries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185208" y="460280"/>
            <a:ext cx="839149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Embedding Code From Other Libraries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You can embed code from a client library into another client library. At runtime, the generated JS and CSS files of the embedding library includes the code of the embedded library.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Use the categories property to identify the client library folder to embed. To embed the library, add a property to the embedding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 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cq:ClientLibraryFolder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 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node, using the following property attributes: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lvl="1"/>
            <a:r>
              <a:rPr lang="en-US" sz="1400" b="1">
                <a:solidFill>
                  <a:srgbClr val="4A4A4A"/>
                </a:solidFill>
                <a:latin typeface="adobe-clean"/>
              </a:rPr>
              <a:t>Name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: embed</a:t>
            </a:r>
          </a:p>
          <a:p>
            <a:pPr lvl="1"/>
            <a:r>
              <a:rPr lang="en-US" sz="1400" b="1">
                <a:solidFill>
                  <a:srgbClr val="4A4A4A"/>
                </a:solidFill>
                <a:latin typeface="adobe-clean"/>
              </a:rPr>
              <a:t>Type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: String []</a:t>
            </a:r>
          </a:p>
          <a:p>
            <a:pPr lvl="1"/>
            <a:r>
              <a:rPr lang="en-US" sz="1400" b="1">
                <a:solidFill>
                  <a:srgbClr val="4A4A4A"/>
                </a:solidFill>
                <a:latin typeface="adobe-clean"/>
              </a:rPr>
              <a:t>Value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: The value of the categories property of the 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cq:ClientLibraryFolder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 node to embed.</a:t>
            </a:r>
          </a:p>
          <a:p>
            <a:pPr lvl="1"/>
            <a:r>
              <a:rPr lang="en-US" sz="1400">
                <a:solidFill>
                  <a:srgbClr val="4A4A4A"/>
                </a:solidFill>
                <a:latin typeface="adobe-clean"/>
              </a:rPr>
              <a:t>									</a:t>
            </a:r>
          </a:p>
        </p:txBody>
      </p:sp>
    </p:spTree>
    <p:extLst>
      <p:ext uri="{BB962C8B-B14F-4D97-AF65-F5344CB8AC3E}">
        <p14:creationId xmlns:p14="http://schemas.microsoft.com/office/powerpoint/2010/main" val="357642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Useful Properties in Client Libraries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185208" y="460280"/>
            <a:ext cx="8391490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4A4A4A"/>
                </a:solidFill>
                <a:latin typeface="adobe-clean"/>
              </a:rPr>
              <a:t>Ex : Given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:</a:t>
            </a:r>
          </a:p>
          <a:p>
            <a:r>
              <a:rPr lang="en-US" sz="1200">
                <a:solidFill>
                  <a:srgbClr val="4A4A4A"/>
                </a:solidFill>
                <a:latin typeface="adobe-clean"/>
              </a:rPr>
              <a:t>/apps/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genc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aem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-training/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/</a:t>
            </a:r>
            <a:r>
              <a:rPr lang="en-US" sz="1200" b="1" err="1">
                <a:solidFill>
                  <a:srgbClr val="4A4A4A"/>
                </a:solidFill>
                <a:latin typeface="adobe-clean"/>
              </a:rPr>
              <a:t>depA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 with categories=["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depA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"]</a:t>
            </a:r>
          </a:p>
          <a:p>
            <a:r>
              <a:rPr lang="en-US" sz="1200">
                <a:solidFill>
                  <a:srgbClr val="4A4A4A"/>
                </a:solidFill>
                <a:latin typeface="adobe-clean"/>
              </a:rPr>
              <a:t>/apps/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genc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aem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-training/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/</a:t>
            </a:r>
            <a:r>
              <a:rPr lang="en-US" sz="1200" b="1" err="1">
                <a:solidFill>
                  <a:srgbClr val="4A4A4A"/>
                </a:solidFill>
                <a:latin typeface="adobe-clean"/>
              </a:rPr>
              <a:t>depB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 with categories=["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"]</a:t>
            </a:r>
          </a:p>
          <a:p>
            <a:r>
              <a:rPr lang="en-US" sz="1200">
                <a:solidFill>
                  <a:srgbClr val="4A4A4A"/>
                </a:solidFill>
                <a:latin typeface="adobe-clean"/>
              </a:rPr>
              <a:t>/apps/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genc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aem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-training/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/</a:t>
            </a:r>
            <a:r>
              <a:rPr lang="en-US" sz="1200" b="1" err="1">
                <a:solidFill>
                  <a:srgbClr val="4A4A4A"/>
                </a:solidFill>
                <a:latin typeface="adobe-clean"/>
              </a:rPr>
              <a:t>depC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 with categories=["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"]</a:t>
            </a:r>
          </a:p>
          <a:p>
            <a:endParaRPr lang="en-US" sz="1200">
              <a:solidFill>
                <a:srgbClr val="4A4A4A"/>
              </a:solidFill>
              <a:latin typeface="adobe-clean"/>
            </a:endParaRPr>
          </a:p>
          <a:p>
            <a:r>
              <a:rPr lang="en-US" sz="1200">
                <a:solidFill>
                  <a:srgbClr val="4A4A4A"/>
                </a:solidFill>
                <a:latin typeface="adobe-clean"/>
              </a:rPr>
              <a:t>/apps/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genc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aem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-training/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/</a:t>
            </a:r>
            <a:r>
              <a:rPr lang="en-US" sz="1200" b="1" err="1">
                <a:solidFill>
                  <a:srgbClr val="4A4A4A"/>
                </a:solidFill>
                <a:latin typeface="adobe-clean"/>
              </a:rPr>
              <a:t>useA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 with categories=["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useA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"], </a:t>
            </a:r>
            <a:r>
              <a:rPr lang="en-US" sz="1200" b="1">
                <a:solidFill>
                  <a:srgbClr val="4A4A4A"/>
                </a:solidFill>
                <a:latin typeface="adobe-clean"/>
              </a:rPr>
              <a:t>dependencies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=["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depA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", 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"]</a:t>
            </a:r>
          </a:p>
          <a:p>
            <a:r>
              <a:rPr lang="en-US" sz="1200">
                <a:solidFill>
                  <a:srgbClr val="4A4A4A"/>
                </a:solidFill>
                <a:latin typeface="adobe-clean"/>
              </a:rPr>
              <a:t>/apps/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genc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aem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-training/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clientlibs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/</a:t>
            </a:r>
            <a:r>
              <a:rPr lang="en-US" sz="1200" b="1" err="1">
                <a:solidFill>
                  <a:srgbClr val="4A4A4A"/>
                </a:solidFill>
                <a:latin typeface="adobe-clean"/>
              </a:rPr>
              <a:t>useB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 with categories=["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useB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"], </a:t>
            </a:r>
            <a:r>
              <a:rPr lang="en-US" sz="1200" b="1">
                <a:solidFill>
                  <a:srgbClr val="4A4A4A"/>
                </a:solidFill>
                <a:latin typeface="adobe-clean"/>
              </a:rPr>
              <a:t>embed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=["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", "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"]</a:t>
            </a:r>
          </a:p>
          <a:p>
            <a:endParaRPr lang="en-US" sz="1200">
              <a:solidFill>
                <a:srgbClr val="4A4A4A"/>
              </a:solidFill>
              <a:latin typeface="adobe-clean"/>
            </a:endParaRPr>
          </a:p>
          <a:p>
            <a:r>
              <a:rPr lang="en-US" sz="1200">
                <a:solidFill>
                  <a:srgbClr val="4A4A4A"/>
                </a:solidFill>
                <a:latin typeface="adobe-clean"/>
              </a:rPr>
              <a:t>If a page uses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 "</a:t>
            </a:r>
            <a:r>
              <a:rPr lang="en-US" sz="1200" b="1" err="1">
                <a:solidFill>
                  <a:srgbClr val="4A4A4A"/>
                </a:solidFill>
                <a:latin typeface="adobe-clean"/>
              </a:rPr>
              <a:t>useA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 then the HTML should have independent requests for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depA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,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,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useA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 </a:t>
            </a:r>
          </a:p>
          <a:p>
            <a:endParaRPr lang="en-US" sz="1200">
              <a:solidFill>
                <a:srgbClr val="4A4A4A"/>
              </a:solidFill>
              <a:latin typeface="adobe-clean"/>
            </a:endParaRPr>
          </a:p>
          <a:p>
            <a:r>
              <a:rPr lang="en-US" sz="1200">
                <a:solidFill>
                  <a:srgbClr val="4A4A4A"/>
                </a:solidFill>
                <a:latin typeface="adobe-clean"/>
              </a:rPr>
              <a:t>If a page uses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clientlib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 "</a:t>
            </a:r>
            <a:r>
              <a:rPr lang="en-US" sz="1200" b="1" err="1">
                <a:solidFill>
                  <a:srgbClr val="4A4A4A"/>
                </a:solidFill>
                <a:latin typeface="adobe-clean"/>
              </a:rPr>
              <a:t>useB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" then the HTML should have only a request for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useB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. The contents  would be the concatenation of contents of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,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depC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, </a:t>
            </a:r>
            <a:r>
              <a:rPr lang="en-US" sz="1200" err="1">
                <a:solidFill>
                  <a:srgbClr val="4A4A4A"/>
                </a:solidFill>
                <a:latin typeface="adobe-clean"/>
              </a:rPr>
              <a:t>useB</a:t>
            </a:r>
            <a:r>
              <a:rPr lang="en-US" sz="1200">
                <a:solidFill>
                  <a:srgbClr val="4A4A4A"/>
                </a:solidFill>
                <a:latin typeface="adobe-clean"/>
              </a:rPr>
              <a:t>.</a:t>
            </a:r>
          </a:p>
          <a:p>
            <a:pPr lvl="1"/>
            <a:r>
              <a:rPr lang="en-US" sz="1200">
                <a:solidFill>
                  <a:srgbClr val="4A4A4A"/>
                </a:solidFill>
                <a:latin typeface="adobe-clean"/>
              </a:rPr>
              <a:t>							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1C8071-54A9-439C-AFE9-B0C61381B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39" y="2779487"/>
            <a:ext cx="8450831" cy="220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Calling Client Library in AEM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185208" y="460280"/>
            <a:ext cx="8092966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Calling client Library in HTL: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Calling CSS alone: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&lt;sly data-sly-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use.clientLib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="/libs/granite/sightly/templates/clientlib.html“ data-sly-call="${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clientLib.css 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@ categories='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your.clientlib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'}“ /&gt;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Calling JS alone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&lt;sly data-sly-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use.clientLib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="/libs/granite/sightly/templates/clientlib.html“ data-sly-call="${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clientLib.js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@ categories='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your.clientlib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'}“ /&gt;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Calling CSS and JS together:</a:t>
            </a: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&lt;sly data-sly-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use.clientLib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="/libs/granite/sightly/templates/clientlib.html“ data-sly-call="${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clientLib.all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 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@ categories='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your.clientlib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'}“ /&gt;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</p:txBody>
      </p:sp>
    </p:spTree>
    <p:extLst>
      <p:ext uri="{BB962C8B-B14F-4D97-AF65-F5344CB8AC3E}">
        <p14:creationId xmlns:p14="http://schemas.microsoft.com/office/powerpoint/2010/main" val="347967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Calling Client Library in AEM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2E2DC0-F7CB-4560-BB7F-F748F37BE659}"/>
              </a:ext>
            </a:extLst>
          </p:cNvPr>
          <p:cNvSpPr/>
          <p:nvPr/>
        </p:nvSpPr>
        <p:spPr>
          <a:xfrm>
            <a:off x="185208" y="460280"/>
            <a:ext cx="89587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Calling External 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js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 and 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css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 in 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htl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:</a:t>
            </a:r>
          </a:p>
          <a:p>
            <a:endParaRPr lang="en-US" sz="1400" b="1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&lt;link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rel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="stylesheet"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href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="https://maxcdn.bootstrapcdn.com/bootstrap/3.3.7/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css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/bootstrap.min.css"&gt;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&lt;script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src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="https://ajax.googleapis.com/ajax/libs/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jquery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/3.4.1/jquery.min.js"&gt;&lt;/script&gt;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&lt;script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src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="https://maxcdn.bootstrapcdn.com/bootstrap/3.4.0/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js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/bootstrap.min.js"&gt;&lt;/script&gt;</a:t>
            </a:r>
          </a:p>
          <a:p>
            <a:endParaRPr lang="en-US" sz="1400" b="1">
              <a:solidFill>
                <a:srgbClr val="4A4A4A"/>
              </a:solidFill>
              <a:latin typeface="adobe-clean"/>
            </a:endParaRPr>
          </a:p>
        </p:txBody>
      </p:sp>
    </p:spTree>
    <p:extLst>
      <p:ext uri="{BB962C8B-B14F-4D97-AF65-F5344CB8AC3E}">
        <p14:creationId xmlns:p14="http://schemas.microsoft.com/office/powerpoint/2010/main" val="369006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How to Minify,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Gzip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Debug and restrict C.L creation under libs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185207" y="460280"/>
            <a:ext cx="88644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Debugging Tools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In the address box of your web browser, append the following text to the URL of your HTML:</a:t>
            </a:r>
          </a:p>
          <a:p>
            <a:r>
              <a:rPr lang="en-US" sz="1400" b="1">
                <a:solidFill>
                  <a:srgbClr val="4A4A4A"/>
                </a:solidFill>
                <a:latin typeface="adobe-clean"/>
              </a:rPr>
              <a:t>            ?</a:t>
            </a:r>
            <a:r>
              <a:rPr lang="en-US" sz="1400" b="1" err="1">
                <a:solidFill>
                  <a:srgbClr val="4A4A4A"/>
                </a:solidFill>
                <a:latin typeface="adobe-clean"/>
              </a:rPr>
              <a:t>debugClientLibs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=true</a:t>
            </a: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When the page loads, view the page source.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Click the link that is provided as the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href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for the link element to open the file and view the source code.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To optimize AEM performance, it is recommended to minify and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gzip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client libraries.</a:t>
            </a:r>
          </a:p>
          <a:p>
            <a:r>
              <a:rPr lang="en-US" sz="1400">
                <a:solidFill>
                  <a:srgbClr val="4A4A4A"/>
                </a:solidFill>
                <a:latin typeface="adobe-clean"/>
              </a:rPr>
              <a:t>Follow below steps to  minify, </a:t>
            </a:r>
            <a:r>
              <a:rPr lang="en-US" sz="1400" err="1">
                <a:solidFill>
                  <a:srgbClr val="4A4A4A"/>
                </a:solidFill>
                <a:latin typeface="adobe-clean"/>
              </a:rPr>
              <a:t>gzip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, and debug client library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Login to Felix console and navigate to config manager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Search for “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Adobe Granite HTML Library Manager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” (previously known as “Day CQ HTML Library Manager“).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</a:rPr>
              <a:t>Click on </a:t>
            </a:r>
            <a:r>
              <a:rPr lang="en-US" sz="1400" b="1">
                <a:solidFill>
                  <a:srgbClr val="4A4A4A"/>
                </a:solidFill>
                <a:latin typeface="adobe-clean"/>
              </a:rPr>
              <a:t>Adobe Granite HTML Library Manager 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below pop up will show up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F90AF-880B-4BF3-AD54-3B39C006E3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72" y="3310466"/>
            <a:ext cx="53340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3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How to Minify,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Gzip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Debug and restrict C.L creation under libs</a:t>
            </a:r>
            <a:endParaRPr lang="en-US">
              <a:solidFill>
                <a:srgbClr val="00277E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185207" y="460280"/>
            <a:ext cx="88644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>
                <a:solidFill>
                  <a:srgbClr val="4A4A4A"/>
                </a:solidFill>
                <a:latin typeface="adobe-clean"/>
              </a:rPr>
              <a:t>OSGI Configuration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2C596-7C55-4859-8DC5-0005946B1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42" y="749734"/>
            <a:ext cx="7682289" cy="352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2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E174-46F1-E94D-895E-54330777A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510" y="1743410"/>
            <a:ext cx="6731000" cy="609398"/>
          </a:xfrm>
        </p:spPr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633769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E174-46F1-E94D-895E-54330777A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510" y="1743410"/>
            <a:ext cx="6731000" cy="609398"/>
          </a:xfrm>
        </p:spPr>
        <p:txBody>
          <a:bodyPr/>
          <a:lstStyle/>
          <a:p>
            <a:r>
              <a:rPr lang="en-US"/>
              <a:t>Thank You All!</a:t>
            </a:r>
          </a:p>
        </p:txBody>
      </p:sp>
    </p:spTree>
    <p:extLst>
      <p:ext uri="{BB962C8B-B14F-4D97-AF65-F5344CB8AC3E}">
        <p14:creationId xmlns:p14="http://schemas.microsoft.com/office/powerpoint/2010/main" val="908903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639" y="118925"/>
            <a:ext cx="8450831" cy="637613"/>
          </a:xfrm>
        </p:spPr>
        <p:txBody>
          <a:bodyPr/>
          <a:lstStyle/>
          <a:p>
            <a:r>
              <a:rPr lang="en-US">
                <a:solidFill>
                  <a:srgbClr val="00277E"/>
                </a:solidFill>
              </a:rPr>
              <a:t>Reference Links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828" y="2949477"/>
            <a:ext cx="359686" cy="363048"/>
          </a:xfrm>
          <a:prstGeom prst="rect">
            <a:avLst/>
          </a:prstGeom>
        </p:spPr>
      </p:pic>
      <p:cxnSp>
        <p:nvCxnSpPr>
          <p:cNvPr id="5" name="Straight Connector 4"/>
          <p:cNvCxnSpPr>
            <a:endCxn id="2" idx="3"/>
          </p:cNvCxnSpPr>
          <p:nvPr/>
        </p:nvCxnSpPr>
        <p:spPr>
          <a:xfrm flipV="1">
            <a:off x="185208" y="437732"/>
            <a:ext cx="8521262" cy="22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300" y="3085252"/>
            <a:ext cx="352214" cy="2252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2F0DCAC-58B6-4C02-BFD4-1988C8DBB018}"/>
              </a:ext>
            </a:extLst>
          </p:cNvPr>
          <p:cNvSpPr/>
          <p:nvPr/>
        </p:nvSpPr>
        <p:spPr>
          <a:xfrm>
            <a:off x="0" y="520007"/>
            <a:ext cx="8991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400">
                <a:solidFill>
                  <a:srgbClr val="4A4A4A"/>
                </a:solidFill>
                <a:latin typeface="adobe-clean"/>
                <a:hlinkClick r:id="rId4"/>
              </a:rPr>
              <a:t>https://experienceleague.adobe.com/docs/experience-manager-65/developing/introduction/clientlibs.html?lang=en</a:t>
            </a:r>
            <a:r>
              <a:rPr lang="en-US" sz="1400">
                <a:solidFill>
                  <a:srgbClr val="4A4A4A"/>
                </a:solidFill>
                <a:latin typeface="adobe-clean"/>
              </a:rPr>
              <a:t> </a:t>
            </a: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400">
              <a:solidFill>
                <a:srgbClr val="4A4A4A"/>
              </a:solidFill>
              <a:latin typeface="adobe-clean"/>
            </a:endParaRPr>
          </a:p>
        </p:txBody>
      </p:sp>
    </p:spTree>
    <p:extLst>
      <p:ext uri="{BB962C8B-B14F-4D97-AF65-F5344CB8AC3E}">
        <p14:creationId xmlns:p14="http://schemas.microsoft.com/office/powerpoint/2010/main" val="76595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ognizantnewbrand">
  <a:themeElements>
    <a:clrScheme name="Cognizant Colors 2020">
      <a:dk1>
        <a:srgbClr val="0033A0"/>
      </a:dk1>
      <a:lt1>
        <a:srgbClr val="FFFFFF"/>
      </a:lt1>
      <a:dk2>
        <a:srgbClr val="000000"/>
      </a:dk2>
      <a:lt2>
        <a:srgbClr val="FFFFFF"/>
      </a:lt2>
      <a:accent1>
        <a:srgbClr val="000063"/>
      </a:accent1>
      <a:accent2>
        <a:srgbClr val="0033A0"/>
      </a:accent2>
      <a:accent3>
        <a:srgbClr val="2C67FF"/>
      </a:accent3>
      <a:accent4>
        <a:srgbClr val="328DFF"/>
      </a:accent4>
      <a:accent5>
        <a:srgbClr val="404040"/>
      </a:accent5>
      <a:accent6>
        <a:srgbClr val="D9D9D9"/>
      </a:accent6>
      <a:hlink>
        <a:srgbClr val="0033B4"/>
      </a:hlink>
      <a:folHlink>
        <a:srgbClr val="7BA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wrap="square" lIns="0" tIns="0" rIns="0" bIns="0" rtlCol="0">
        <a:sp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gnizantnewbrand" id="{34464321-73E4-410E-B743-CF8D3DC5F44C}" vid="{66CDC2FA-A042-42D3-A5C3-2B3348401B6A}"/>
    </a:ext>
  </a:extLst>
</a:theme>
</file>

<file path=ppt/theme/theme2.xml><?xml version="1.0" encoding="utf-8"?>
<a:theme xmlns:a="http://schemas.openxmlformats.org/drawingml/2006/main" name="1_Cognizantnewbrand">
  <a:themeElements>
    <a:clrScheme name="Cognizant Colors 2020">
      <a:dk1>
        <a:srgbClr val="0033A0"/>
      </a:dk1>
      <a:lt1>
        <a:srgbClr val="FFFFFF"/>
      </a:lt1>
      <a:dk2>
        <a:srgbClr val="000000"/>
      </a:dk2>
      <a:lt2>
        <a:srgbClr val="FFFFFF"/>
      </a:lt2>
      <a:accent1>
        <a:srgbClr val="000063"/>
      </a:accent1>
      <a:accent2>
        <a:srgbClr val="0033A0"/>
      </a:accent2>
      <a:accent3>
        <a:srgbClr val="2C67FF"/>
      </a:accent3>
      <a:accent4>
        <a:srgbClr val="328DFF"/>
      </a:accent4>
      <a:accent5>
        <a:srgbClr val="404040"/>
      </a:accent5>
      <a:accent6>
        <a:srgbClr val="D9D9D9"/>
      </a:accent6>
      <a:hlink>
        <a:srgbClr val="0033B4"/>
      </a:hlink>
      <a:folHlink>
        <a:srgbClr val="7BA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wrap="square" lIns="0" tIns="0" rIns="0" bIns="0" rtlCol="0">
        <a:sp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gnizantnewbrand" id="{34464321-73E4-410E-B743-CF8D3DC5F44C}" vid="{66CDC2FA-A042-42D3-A5C3-2B3348401B6A}"/>
    </a:ext>
  </a:extLst>
</a:theme>
</file>

<file path=ppt/theme/theme3.xml><?xml version="1.0" encoding="utf-8"?>
<a:theme xmlns:a="http://schemas.openxmlformats.org/drawingml/2006/main" name="2_Cognizantnewbrand">
  <a:themeElements>
    <a:clrScheme name="Cognizant Colors 2020">
      <a:dk1>
        <a:srgbClr val="0033A0"/>
      </a:dk1>
      <a:lt1>
        <a:srgbClr val="FFFFFF"/>
      </a:lt1>
      <a:dk2>
        <a:srgbClr val="000000"/>
      </a:dk2>
      <a:lt2>
        <a:srgbClr val="FFFFFF"/>
      </a:lt2>
      <a:accent1>
        <a:srgbClr val="000063"/>
      </a:accent1>
      <a:accent2>
        <a:srgbClr val="0033A0"/>
      </a:accent2>
      <a:accent3>
        <a:srgbClr val="2C67FF"/>
      </a:accent3>
      <a:accent4>
        <a:srgbClr val="328DFF"/>
      </a:accent4>
      <a:accent5>
        <a:srgbClr val="404040"/>
      </a:accent5>
      <a:accent6>
        <a:srgbClr val="D9D9D9"/>
      </a:accent6>
      <a:hlink>
        <a:srgbClr val="0033B4"/>
      </a:hlink>
      <a:folHlink>
        <a:srgbClr val="7BA0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wrap="square" lIns="0" tIns="0" rIns="0" bIns="0" rtlCol="0">
        <a:sp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gnizantnewbrand" id="{34464321-73E4-410E-B743-CF8D3DC5F44C}" vid="{66CDC2FA-A042-42D3-A5C3-2B3348401B6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E8F0F05FD0EE4090DF3C12422F1084" ma:contentTypeVersion="5" ma:contentTypeDescription="Create a new document." ma:contentTypeScope="" ma:versionID="174f6d1e2576cdaeb5bf8de199a7616a">
  <xsd:schema xmlns:xsd="http://www.w3.org/2001/XMLSchema" xmlns:xs="http://www.w3.org/2001/XMLSchema" xmlns:p="http://schemas.microsoft.com/office/2006/metadata/properties" xmlns:ns2="814ae316-286e-4ea9-975e-928a105abcea" xmlns:ns3="92ecbfc5-d27d-4d6c-90c5-384ba4c05459" targetNamespace="http://schemas.microsoft.com/office/2006/metadata/properties" ma:root="true" ma:fieldsID="1669435b926e2b8373a64095f13de84b" ns2:_="" ns3:_="">
    <xsd:import namespace="814ae316-286e-4ea9-975e-928a105abcea"/>
    <xsd:import namespace="92ecbfc5-d27d-4d6c-90c5-384ba4c054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4ae316-286e-4ea9-975e-928a105abc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cbfc5-d27d-4d6c-90c5-384ba4c0545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96D7B5-E004-4F0B-ABB6-9A5B49936B0F}"/>
</file>

<file path=customXml/itemProps2.xml><?xml version="1.0" encoding="utf-8"?>
<ds:datastoreItem xmlns:ds="http://schemas.openxmlformats.org/officeDocument/2006/customXml" ds:itemID="{1CB683CF-7DFD-4974-9672-9F63D2D5A3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421221-6257-44B8-A0C2-D26A1BFC5168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(16:9)</PresentationFormat>
  <Slides>21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Cognizantnewbrand</vt:lpstr>
      <vt:lpstr>1_Cognizantnewbrand</vt:lpstr>
      <vt:lpstr>2_Cognizantnewbrand</vt:lpstr>
      <vt:lpstr>AEM CLIENT LIBRARIES &amp; DESIGNS</vt:lpstr>
      <vt:lpstr>Content </vt:lpstr>
      <vt:lpstr>What is  Client Library ?  </vt:lpstr>
      <vt:lpstr>Why we are using Client Library?</vt:lpstr>
      <vt:lpstr>Various locations to create Client Libraries</vt:lpstr>
      <vt:lpstr>Difference in Previous versions</vt:lpstr>
      <vt:lpstr>Creating Client Library Folders</vt:lpstr>
      <vt:lpstr>Creating Client Library Folders</vt:lpstr>
      <vt:lpstr>Creating Client Library Folders</vt:lpstr>
      <vt:lpstr>Creating Client Library Folders</vt:lpstr>
      <vt:lpstr>Useful Properties in Client Libraries</vt:lpstr>
      <vt:lpstr>Useful Properties in Client Libraries</vt:lpstr>
      <vt:lpstr>Useful Properties in Client Libraries</vt:lpstr>
      <vt:lpstr>Useful Properties in Client Libraries</vt:lpstr>
      <vt:lpstr>Calling Client Library in AEM</vt:lpstr>
      <vt:lpstr>Calling Client Library in AEM</vt:lpstr>
      <vt:lpstr>How to Minify, Gzip, Debug and restrict C.L creation under libs</vt:lpstr>
      <vt:lpstr>How to Minify, Gzip, Debug and restrict C.L creation under libs</vt:lpstr>
      <vt:lpstr>Questions?</vt:lpstr>
      <vt:lpstr>Thank You All!</vt:lpstr>
      <vt:lpstr>Reference Links</vt:lpstr>
    </vt:vector>
  </TitlesOfParts>
  <Manager/>
  <Company>Cognizant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OCM CoE - Capabilities</dc:title>
  <dc:subject/>
  <dc:creator>Cole, Ladawna (Cognizant)</dc:creator>
  <cp:keywords/>
  <dc:description/>
  <cp:revision>3</cp:revision>
  <cp:lastPrinted>2020-02-12T20:07:34Z</cp:lastPrinted>
  <dcterms:created xsi:type="dcterms:W3CDTF">2018-08-01T04:55:58Z</dcterms:created>
  <dcterms:modified xsi:type="dcterms:W3CDTF">2022-01-22T02:41:05Z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0x01010093E8F0F05FD0EE4090DF3C12422F1084</vt:lpwstr>
  </property>
</Properties>
</file>