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5" r:id="rId4"/>
    <p:sldMasterId id="2147484273" r:id="rId5"/>
    <p:sldMasterId id="2147484311" r:id="rId6"/>
  </p:sldMasterIdLst>
  <p:notesMasterIdLst>
    <p:notesMasterId r:id="rId39"/>
  </p:notesMasterIdLst>
  <p:handoutMasterIdLst>
    <p:handoutMasterId r:id="rId40"/>
  </p:handoutMasterIdLst>
  <p:sldIdLst>
    <p:sldId id="2112" r:id="rId7"/>
    <p:sldId id="2453" r:id="rId8"/>
    <p:sldId id="2497" r:id="rId9"/>
    <p:sldId id="2496" r:id="rId10"/>
    <p:sldId id="2498" r:id="rId11"/>
    <p:sldId id="2499" r:id="rId12"/>
    <p:sldId id="2483" r:id="rId13"/>
    <p:sldId id="2500" r:id="rId14"/>
    <p:sldId id="2484" r:id="rId15"/>
    <p:sldId id="2493" r:id="rId16"/>
    <p:sldId id="2485" r:id="rId17"/>
    <p:sldId id="2486" r:id="rId18"/>
    <p:sldId id="2487" r:id="rId19"/>
    <p:sldId id="2488" r:id="rId20"/>
    <p:sldId id="2501" r:id="rId21"/>
    <p:sldId id="2502" r:id="rId22"/>
    <p:sldId id="2503" r:id="rId23"/>
    <p:sldId id="2504" r:id="rId24"/>
    <p:sldId id="2505" r:id="rId25"/>
    <p:sldId id="2506" r:id="rId26"/>
    <p:sldId id="2507" r:id="rId27"/>
    <p:sldId id="2509" r:id="rId28"/>
    <p:sldId id="2511" r:id="rId29"/>
    <p:sldId id="2494" r:id="rId30"/>
    <p:sldId id="2512" r:id="rId31"/>
    <p:sldId id="2495" r:id="rId32"/>
    <p:sldId id="2489" r:id="rId33"/>
    <p:sldId id="2490" r:id="rId34"/>
    <p:sldId id="2491" r:id="rId35"/>
    <p:sldId id="2492" r:id="rId36"/>
    <p:sldId id="2438" r:id="rId37"/>
    <p:sldId id="2460" r:id="rId3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lbach, Chris (Cognizant)" initials="AC(" lastIdx="3" clrIdx="0">
    <p:extLst>
      <p:ext uri="{19B8F6BF-5375-455C-9EA6-DF929625EA0E}">
        <p15:presenceInfo xmlns:p15="http://schemas.microsoft.com/office/powerpoint/2012/main" userId="S-1-5-21-1178368992-402679808-390482200-2418934" providerId="AD"/>
      </p:ext>
    </p:extLst>
  </p:cmAuthor>
  <p:cmAuthor id="2" name="Holsinger, Sophie (Contractor)" initials="HS(" lastIdx="2" clrIdx="1">
    <p:extLst>
      <p:ext uri="{19B8F6BF-5375-455C-9EA6-DF929625EA0E}">
        <p15:presenceInfo xmlns:p15="http://schemas.microsoft.com/office/powerpoint/2012/main" userId="S::745207@cognizant.com::be76981d-d1d7-4226-a9d6-fb7fa2b102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0"/>
    <a:srgbClr val="328DFF"/>
    <a:srgbClr val="00277E"/>
    <a:srgbClr val="0D0D0D"/>
    <a:srgbClr val="ADD1FF"/>
    <a:srgbClr val="2C67FF"/>
    <a:srgbClr val="404040"/>
    <a:srgbClr val="000063"/>
    <a:srgbClr val="D9D9D9"/>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4ED3D-A0BE-48D2-B945-6EEA46ABA7E8}" v="1" dt="2022-01-16T13:10:45.939"/>
    <p1510:client id="{42284F30-9BC7-4635-877C-0B6B407DA7D8}" v="2" dt="2022-01-07T06:38:58.671"/>
    <p1510:client id="{A4285373-3074-471D-9275-0D87C7EE7578}" v="2" dt="2022-01-16T13:11:59.296"/>
    <p1510:client id="{B3A50E4B-4C1A-56C2-3503-13284F4A1254}" v="3" dt="2020-07-02T14:10:46.648"/>
    <p1510:client id="{B4641EF9-1906-4731-9D06-BDD30B6D6BEA}" v="1" dt="2022-03-14T13:10:43.540"/>
    <p1510:client id="{DB7CBCCA-BD44-44BB-B155-5B819BAE966B}" v="4" dt="2022-04-12T04:25:04.105"/>
    <p1510:client id="{FDC47DB4-F5C7-4597-9247-9EB478DFE455}" v="2" dt="2022-01-06T11:55:33.511"/>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a, Jagadeesh (Cognizant)" userId="S::2076184@cognizant.com::8344123f-a19c-4946-99c6-c941ac4e30bb" providerId="AD" clId="Web-{42284F30-9BC7-4635-877C-0B6B407DA7D8}"/>
    <pc:docChg chg="modSld">
      <pc:chgData name="Malla, Jagadeesh (Cognizant)" userId="S::2076184@cognizant.com::8344123f-a19c-4946-99c6-c941ac4e30bb" providerId="AD" clId="Web-{42284F30-9BC7-4635-877C-0B6B407DA7D8}" dt="2022-01-07T06:38:58.671" v="1" actId="1076"/>
      <pc:docMkLst>
        <pc:docMk/>
      </pc:docMkLst>
      <pc:sldChg chg="modSp">
        <pc:chgData name="Malla, Jagadeesh (Cognizant)" userId="S::2076184@cognizant.com::8344123f-a19c-4946-99c6-c941ac4e30bb" providerId="AD" clId="Web-{42284F30-9BC7-4635-877C-0B6B407DA7D8}" dt="2022-01-07T06:38:58.671" v="1" actId="1076"/>
        <pc:sldMkLst>
          <pc:docMk/>
          <pc:sldMk cId="3789807534" sldId="2496"/>
        </pc:sldMkLst>
        <pc:picChg chg="mod">
          <ac:chgData name="Malla, Jagadeesh (Cognizant)" userId="S::2076184@cognizant.com::8344123f-a19c-4946-99c6-c941ac4e30bb" providerId="AD" clId="Web-{42284F30-9BC7-4635-877C-0B6B407DA7D8}" dt="2022-01-07T06:38:58.671" v="1" actId="1076"/>
          <ac:picMkLst>
            <pc:docMk/>
            <pc:sldMk cId="3789807534" sldId="2496"/>
            <ac:picMk id="4" creationId="{6784108F-5C54-4C9A-87EF-54CD4A46B3B4}"/>
          </ac:picMkLst>
        </pc:picChg>
      </pc:sldChg>
    </pc:docChg>
  </pc:docChgLst>
  <pc:docChgLst>
    <pc:chgData name="Singh, Sachin (Cognizant)" userId="S::2074559@cognizant.com::0533f7f5-6fcc-45a6-a45f-9248b372fde9" providerId="AD" clId="Web-{A4285373-3074-471D-9275-0D87C7EE7578}"/>
    <pc:docChg chg="delSld">
      <pc:chgData name="Singh, Sachin (Cognizant)" userId="S::2074559@cognizant.com::0533f7f5-6fcc-45a6-a45f-9248b372fde9" providerId="AD" clId="Web-{A4285373-3074-471D-9275-0D87C7EE7578}" dt="2022-01-16T13:11:59.296" v="1"/>
      <pc:docMkLst>
        <pc:docMk/>
      </pc:docMkLst>
      <pc:sldChg chg="del">
        <pc:chgData name="Singh, Sachin (Cognizant)" userId="S::2074559@cognizant.com::0533f7f5-6fcc-45a6-a45f-9248b372fde9" providerId="AD" clId="Web-{A4285373-3074-471D-9275-0D87C7EE7578}" dt="2022-01-16T13:11:51.812" v="0"/>
        <pc:sldMkLst>
          <pc:docMk/>
          <pc:sldMk cId="3322879056" sldId="2459"/>
        </pc:sldMkLst>
      </pc:sldChg>
      <pc:sldChg chg="del">
        <pc:chgData name="Singh, Sachin (Cognizant)" userId="S::2074559@cognizant.com::0533f7f5-6fcc-45a6-a45f-9248b372fde9" providerId="AD" clId="Web-{A4285373-3074-471D-9275-0D87C7EE7578}" dt="2022-01-16T13:11:59.296" v="1"/>
        <pc:sldMkLst>
          <pc:docMk/>
          <pc:sldMk cId="4092152863" sldId="2513"/>
        </pc:sldMkLst>
      </pc:sldChg>
    </pc:docChg>
  </pc:docChgLst>
  <pc:docChgLst>
    <pc:chgData name="Singh, Sachin (Cognizant)" userId="S::2074559@cognizant.com::0533f7f5-6fcc-45a6-a45f-9248b372fde9" providerId="AD" clId="Web-{B4641EF9-1906-4731-9D06-BDD30B6D6BEA}"/>
    <pc:docChg chg="modSld">
      <pc:chgData name="Singh, Sachin (Cognizant)" userId="S::2074559@cognizant.com::0533f7f5-6fcc-45a6-a45f-9248b372fde9" providerId="AD" clId="Web-{B4641EF9-1906-4731-9D06-BDD30B6D6BEA}" dt="2022-03-14T13:10:43.540" v="0" actId="1076"/>
      <pc:docMkLst>
        <pc:docMk/>
      </pc:docMkLst>
      <pc:sldChg chg="modSp">
        <pc:chgData name="Singh, Sachin (Cognizant)" userId="S::2074559@cognizant.com::0533f7f5-6fcc-45a6-a45f-9248b372fde9" providerId="AD" clId="Web-{B4641EF9-1906-4731-9D06-BDD30B6D6BEA}" dt="2022-03-14T13:10:43.540" v="0" actId="1076"/>
        <pc:sldMkLst>
          <pc:docMk/>
          <pc:sldMk cId="3789807534" sldId="2496"/>
        </pc:sldMkLst>
        <pc:picChg chg="mod">
          <ac:chgData name="Singh, Sachin (Cognizant)" userId="S::2074559@cognizant.com::0533f7f5-6fcc-45a6-a45f-9248b372fde9" providerId="AD" clId="Web-{B4641EF9-1906-4731-9D06-BDD30B6D6BEA}" dt="2022-03-14T13:10:43.540" v="0" actId="1076"/>
          <ac:picMkLst>
            <pc:docMk/>
            <pc:sldMk cId="3789807534" sldId="2496"/>
            <ac:picMk id="4" creationId="{6784108F-5C54-4C9A-87EF-54CD4A46B3B4}"/>
          </ac:picMkLst>
        </pc:picChg>
      </pc:sldChg>
    </pc:docChg>
  </pc:docChgLst>
  <pc:docChgLst>
    <pc:chgData name="Singh, Sachin (Cognizant)" userId="S::2074559@cognizant.com::0533f7f5-6fcc-45a6-a45f-9248b372fde9" providerId="AD" clId="Web-{DB7CBCCA-BD44-44BB-B155-5B819BAE966B}"/>
    <pc:docChg chg="modSld">
      <pc:chgData name="Singh, Sachin (Cognizant)" userId="S::2074559@cognizant.com::0533f7f5-6fcc-45a6-a45f-9248b372fde9" providerId="AD" clId="Web-{DB7CBCCA-BD44-44BB-B155-5B819BAE966B}" dt="2022-04-12T04:25:03.042" v="1"/>
      <pc:docMkLst>
        <pc:docMk/>
      </pc:docMkLst>
      <pc:sldChg chg="addSp delSp modSp mod modClrScheme chgLayout">
        <pc:chgData name="Singh, Sachin (Cognizant)" userId="S::2074559@cognizant.com::0533f7f5-6fcc-45a6-a45f-9248b372fde9" providerId="AD" clId="Web-{DB7CBCCA-BD44-44BB-B155-5B819BAE966B}" dt="2022-04-12T04:25:03.042" v="1"/>
        <pc:sldMkLst>
          <pc:docMk/>
          <pc:sldMk cId="4134925594" sldId="2499"/>
        </pc:sldMkLst>
        <pc:spChg chg="mod ord">
          <ac:chgData name="Singh, Sachin (Cognizant)" userId="S::2074559@cognizant.com::0533f7f5-6fcc-45a6-a45f-9248b372fde9" providerId="AD" clId="Web-{DB7CBCCA-BD44-44BB-B155-5B819BAE966B}" dt="2022-04-12T04:25:03.042" v="1"/>
          <ac:spMkLst>
            <pc:docMk/>
            <pc:sldMk cId="4134925594" sldId="2499"/>
            <ac:spMk id="2" creationId="{53B1AF71-92BB-4FD3-826D-3E356EFC1B49}"/>
          </ac:spMkLst>
        </pc:spChg>
        <pc:spChg chg="add del mod ord">
          <ac:chgData name="Singh, Sachin (Cognizant)" userId="S::2074559@cognizant.com::0533f7f5-6fcc-45a6-a45f-9248b372fde9" providerId="AD" clId="Web-{DB7CBCCA-BD44-44BB-B155-5B819BAE966B}" dt="2022-04-12T04:25:03.042" v="1"/>
          <ac:spMkLst>
            <pc:docMk/>
            <pc:sldMk cId="4134925594" sldId="2499"/>
            <ac:spMk id="4" creationId="{A75B2897-65DA-40D7-13C1-04671B4FA839}"/>
          </ac:spMkLst>
        </pc:spChg>
        <pc:spChg chg="add del mod ord">
          <ac:chgData name="Singh, Sachin (Cognizant)" userId="S::2074559@cognizant.com::0533f7f5-6fcc-45a6-a45f-9248b372fde9" providerId="AD" clId="Web-{DB7CBCCA-BD44-44BB-B155-5B819BAE966B}" dt="2022-04-12T04:25:03.042" v="1"/>
          <ac:spMkLst>
            <pc:docMk/>
            <pc:sldMk cId="4134925594" sldId="2499"/>
            <ac:spMk id="5" creationId="{13DFEDF3-57C0-8D9D-4362-484AF0B71BDE}"/>
          </ac:spMkLst>
        </pc:spChg>
        <pc:spChg chg="add del mod ord">
          <ac:chgData name="Singh, Sachin (Cognizant)" userId="S::2074559@cognizant.com::0533f7f5-6fcc-45a6-a45f-9248b372fde9" providerId="AD" clId="Web-{DB7CBCCA-BD44-44BB-B155-5B819BAE966B}" dt="2022-04-12T04:25:03.042" v="1"/>
          <ac:spMkLst>
            <pc:docMk/>
            <pc:sldMk cId="4134925594" sldId="2499"/>
            <ac:spMk id="6" creationId="{6C69D31A-35CE-C9A1-8ED2-BD7799F44E38}"/>
          </ac:spMkLst>
        </pc:spChg>
      </pc:sldChg>
    </pc:docChg>
  </pc:docChgLst>
  <pc:docChgLst>
    <pc:chgData name="Rangapur, Naveedahmad (Cognizant)" userId="S::2068451@cognizant.com::ded9570a-03f2-4c54-b3a1-189d91eee46c" providerId="AD" clId="Web-{FDC47DB4-F5C7-4597-9247-9EB478DFE455}"/>
    <pc:docChg chg="modSld">
      <pc:chgData name="Rangapur, Naveedahmad (Cognizant)" userId="S::2068451@cognizant.com::ded9570a-03f2-4c54-b3a1-189d91eee46c" providerId="AD" clId="Web-{FDC47DB4-F5C7-4597-9247-9EB478DFE455}" dt="2022-01-06T11:55:33.511" v="1" actId="1076"/>
      <pc:docMkLst>
        <pc:docMk/>
      </pc:docMkLst>
      <pc:sldChg chg="modSp">
        <pc:chgData name="Rangapur, Naveedahmad (Cognizant)" userId="S::2068451@cognizant.com::ded9570a-03f2-4c54-b3a1-189d91eee46c" providerId="AD" clId="Web-{FDC47DB4-F5C7-4597-9247-9EB478DFE455}" dt="2022-01-06T11:55:33.511" v="1" actId="1076"/>
        <pc:sldMkLst>
          <pc:docMk/>
          <pc:sldMk cId="3789807534" sldId="2496"/>
        </pc:sldMkLst>
        <pc:picChg chg="mod">
          <ac:chgData name="Rangapur, Naveedahmad (Cognizant)" userId="S::2068451@cognizant.com::ded9570a-03f2-4c54-b3a1-189d91eee46c" providerId="AD" clId="Web-{FDC47DB4-F5C7-4597-9247-9EB478DFE455}" dt="2022-01-06T11:55:33.511" v="1" actId="1076"/>
          <ac:picMkLst>
            <pc:docMk/>
            <pc:sldMk cId="3789807534" sldId="2496"/>
            <ac:picMk id="4" creationId="{6784108F-5C54-4C9A-87EF-54CD4A46B3B4}"/>
          </ac:picMkLst>
        </pc:picChg>
      </pc:sldChg>
    </pc:docChg>
  </pc:docChgLst>
  <pc:docChgLst>
    <pc:chgData name="Singh, Sachin (Cognizant)" userId="S::2074559@cognizant.com::0533f7f5-6fcc-45a6-a45f-9248b372fde9" providerId="AD" clId="Web-{2164ED3D-A0BE-48D2-B945-6EEA46ABA7E8}"/>
    <pc:docChg chg="addSld">
      <pc:chgData name="Singh, Sachin (Cognizant)" userId="S::2074559@cognizant.com::0533f7f5-6fcc-45a6-a45f-9248b372fde9" providerId="AD" clId="Web-{2164ED3D-A0BE-48D2-B945-6EEA46ABA7E8}" dt="2022-01-16T13:10:45.939" v="0"/>
      <pc:docMkLst>
        <pc:docMk/>
      </pc:docMkLst>
      <pc:sldChg chg="new">
        <pc:chgData name="Singh, Sachin (Cognizant)" userId="S::2074559@cognizant.com::0533f7f5-6fcc-45a6-a45f-9248b372fde9" providerId="AD" clId="Web-{2164ED3D-A0BE-48D2-B945-6EEA46ABA7E8}" dt="2022-01-16T13:10:45.939" v="0"/>
        <pc:sldMkLst>
          <pc:docMk/>
          <pc:sldMk cId="4092152863" sldId="251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Arial Regula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65504ED-601C-9F41-A2BB-A84CD9D575D8}" type="datetimeFigureOut">
              <a:rPr lang="en-US" smtClean="0">
                <a:latin typeface="Arial Regular"/>
              </a:rPr>
              <a:t>4/11/2022</a:t>
            </a:fld>
            <a:endParaRPr lang="en-US">
              <a:latin typeface="Arial Regular"/>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Arial Regula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185347-B0FD-EF4B-941B-A92CF753AB4E}" type="slidenum">
              <a:rPr lang="en-US" smtClean="0">
                <a:latin typeface="Arial Regular"/>
              </a:rPr>
              <a:t>‹#›</a:t>
            </a:fld>
            <a:endParaRPr lang="en-US">
              <a:latin typeface="Arial Regular"/>
            </a:endParaRPr>
          </a:p>
        </p:txBody>
      </p:sp>
    </p:spTree>
    <p:extLst>
      <p:ext uri="{BB962C8B-B14F-4D97-AF65-F5344CB8AC3E}">
        <p14:creationId xmlns:p14="http://schemas.microsoft.com/office/powerpoint/2010/main" val="40816834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Regular"/>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Regular"/>
              </a:defRPr>
            </a:lvl1pPr>
          </a:lstStyle>
          <a:p>
            <a:fld id="{C4499A69-9E3B-7C4C-9E3F-523F007A72CB}" type="datetimeFigureOut">
              <a:rPr lang="en-US" smtClean="0"/>
              <a:pPr/>
              <a:t>4/11/2022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Regular"/>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Regular"/>
              </a:defRPr>
            </a:lvl1pPr>
          </a:lstStyle>
          <a:p>
            <a:fld id="{B02D6E04-3A2F-4B48-A297-666578EDF1B3}" type="slidenum">
              <a:rPr lang="en-US" smtClean="0"/>
              <a:pPr/>
              <a:t>‹#›</a:t>
            </a:fld>
            <a:endParaRPr lang="en-US"/>
          </a:p>
        </p:txBody>
      </p:sp>
    </p:spTree>
    <p:extLst>
      <p:ext uri="{BB962C8B-B14F-4D97-AF65-F5344CB8AC3E}">
        <p14:creationId xmlns:p14="http://schemas.microsoft.com/office/powerpoint/2010/main" val="28699140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b="0" i="0" kern="1200">
        <a:solidFill>
          <a:schemeClr val="tx1"/>
        </a:solidFill>
        <a:latin typeface="Arial Regular"/>
        <a:ea typeface="+mn-ea"/>
        <a:cs typeface="+mn-cs"/>
      </a:defRPr>
    </a:lvl1pPr>
    <a:lvl2pPr marL="457200" algn="l" defTabSz="457200" rtl="0" eaLnBrk="1" latinLnBrk="0" hangingPunct="1">
      <a:defRPr sz="1200" b="0" i="0" kern="1200">
        <a:solidFill>
          <a:schemeClr val="tx1"/>
        </a:solidFill>
        <a:latin typeface="Arial Regular"/>
        <a:ea typeface="+mn-ea"/>
        <a:cs typeface="+mn-cs"/>
      </a:defRPr>
    </a:lvl2pPr>
    <a:lvl3pPr marL="914400" algn="l" defTabSz="457200" rtl="0" eaLnBrk="1" latinLnBrk="0" hangingPunct="1">
      <a:defRPr sz="1200" b="0" i="0" kern="1200">
        <a:solidFill>
          <a:schemeClr val="tx1"/>
        </a:solidFill>
        <a:latin typeface="Arial Regular"/>
        <a:ea typeface="+mn-ea"/>
        <a:cs typeface="+mn-cs"/>
      </a:defRPr>
    </a:lvl3pPr>
    <a:lvl4pPr marL="1371600" algn="l" defTabSz="457200" rtl="0" eaLnBrk="1" latinLnBrk="0" hangingPunct="1">
      <a:defRPr sz="1200" b="0" i="0" kern="1200">
        <a:solidFill>
          <a:schemeClr val="tx1"/>
        </a:solidFill>
        <a:latin typeface="Arial Regular"/>
        <a:ea typeface="+mn-ea"/>
        <a:cs typeface="+mn-cs"/>
      </a:defRPr>
    </a:lvl4pPr>
    <a:lvl5pPr marL="1828800" algn="l" defTabSz="457200" rtl="0" eaLnBrk="1" latinLnBrk="0" hangingPunct="1">
      <a:defRPr sz="1200" b="0" i="0" kern="1200">
        <a:solidFill>
          <a:schemeClr val="tx1"/>
        </a:solidFill>
        <a:latin typeface="Arial Regular"/>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B663BC2-C113-4DF0-828D-49E1A236C7F8}" type="slidenum">
              <a:rPr lang="en-US" smtClean="0"/>
              <a:t>1</a:t>
            </a:fld>
            <a:endParaRPr lang="en-US"/>
          </a:p>
        </p:txBody>
      </p:sp>
    </p:spTree>
    <p:extLst>
      <p:ext uri="{BB962C8B-B14F-4D97-AF65-F5344CB8AC3E}">
        <p14:creationId xmlns:p14="http://schemas.microsoft.com/office/powerpoint/2010/main" val="2125652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lue Gradient Single Line Tit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C9A73B0-41F0-3E40-BF14-EF98B7C21B95}"/>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6" name="Straight Connector 15">
            <a:extLst>
              <a:ext uri="{FF2B5EF4-FFF2-40B4-BE49-F238E27FC236}">
                <a16:creationId xmlns:a16="http://schemas.microsoft.com/office/drawing/2014/main" id="{87F69DE6-F71B-D441-B24C-6419119B82AF}"/>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6">
            <a:extLst>
              <a:ext uri="{FF2B5EF4-FFF2-40B4-BE49-F238E27FC236}">
                <a16:creationId xmlns:a16="http://schemas.microsoft.com/office/drawing/2014/main" id="{1A4128D7-098B-8241-92AE-59B6A868927D}"/>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8" name="Text Placeholder 20">
            <a:extLst>
              <a:ext uri="{FF2B5EF4-FFF2-40B4-BE49-F238E27FC236}">
                <a16:creationId xmlns:a16="http://schemas.microsoft.com/office/drawing/2014/main" id="{7D1D9E52-6107-5745-AA3C-C0D5178E14A6}"/>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9" name="Footer Placeholder 8">
            <a:extLst>
              <a:ext uri="{FF2B5EF4-FFF2-40B4-BE49-F238E27FC236}">
                <a16:creationId xmlns:a16="http://schemas.microsoft.com/office/drawing/2014/main" id="{9E44F99F-797E-744C-A7A6-9DCFEF3F8DD3}"/>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86" y="366048"/>
            <a:ext cx="3008265" cy="640080"/>
          </a:xfrm>
          <a:prstGeom prst="rect">
            <a:avLst/>
          </a:prstGeom>
        </p:spPr>
      </p:pic>
    </p:spTree>
    <p:extLst>
      <p:ext uri="{BB962C8B-B14F-4D97-AF65-F5344CB8AC3E}">
        <p14:creationId xmlns:p14="http://schemas.microsoft.com/office/powerpoint/2010/main" val="415899356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lue Graphic Sing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396"/>
            <a:ext cx="9144000" cy="5146293"/>
          </a:xfrm>
          <a:prstGeom prst="rect">
            <a:avLst/>
          </a:prstGeom>
        </p:spPr>
      </p:pic>
      <p:sp>
        <p:nvSpPr>
          <p:cNvPr id="2" name="Rectangle 1">
            <a:extLst>
              <a:ext uri="{FF2B5EF4-FFF2-40B4-BE49-F238E27FC236}">
                <a16:creationId xmlns:a16="http://schemas.microsoft.com/office/drawing/2014/main" id="{C638E5F3-76E5-C042-960D-4D3913A473AF}"/>
              </a:ext>
            </a:extLst>
          </p:cNvPr>
          <p:cNvSpPr/>
          <p:nvPr userDrawn="1"/>
        </p:nvSpPr>
        <p:spPr>
          <a:xfrm>
            <a:off x="0" y="0"/>
            <a:ext cx="9144000" cy="51435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331B7D22-96C5-D744-AB8D-7183965D3C96}"/>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2" name="Straight Connector 11">
            <a:extLst>
              <a:ext uri="{FF2B5EF4-FFF2-40B4-BE49-F238E27FC236}">
                <a16:creationId xmlns:a16="http://schemas.microsoft.com/office/drawing/2014/main" id="{EB22C6B8-2F6B-8947-A2A3-ED9E370F7326}"/>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9BC14C20-C069-724B-A635-DC1F5CCF8035}"/>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4" name="Text Placeholder 20">
            <a:extLst>
              <a:ext uri="{FF2B5EF4-FFF2-40B4-BE49-F238E27FC236}">
                <a16:creationId xmlns:a16="http://schemas.microsoft.com/office/drawing/2014/main" id="{939A0796-1F5C-6743-A1D0-11A18609B23E}"/>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5" name="Footer Placeholder 8">
            <a:extLst>
              <a:ext uri="{FF2B5EF4-FFF2-40B4-BE49-F238E27FC236}">
                <a16:creationId xmlns:a16="http://schemas.microsoft.com/office/drawing/2014/main" id="{0B9CC9C9-D971-3041-A81C-BA9E6B2248B4}"/>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pic>
        <p:nvPicPr>
          <p:cNvPr id="18" name="Pictur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2886" y="366048"/>
            <a:ext cx="3008265" cy="640080"/>
          </a:xfrm>
          <a:prstGeom prst="rect">
            <a:avLst/>
          </a:prstGeom>
        </p:spPr>
      </p:pic>
    </p:spTree>
    <p:extLst>
      <p:ext uri="{BB962C8B-B14F-4D97-AF65-F5344CB8AC3E}">
        <p14:creationId xmlns:p14="http://schemas.microsoft.com/office/powerpoint/2010/main" val="126807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Cover + Client Logo_Single">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5" name="Straight Connector 14">
            <a:extLst>
              <a:ext uri="{FF2B5EF4-FFF2-40B4-BE49-F238E27FC236}">
                <a16:creationId xmlns:a16="http://schemas.microsoft.com/office/drawing/2014/main" id="{2E88B880-0C43-D846-8830-8FD4A742FB42}"/>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7" name="Text Placeholder 20">
            <a:extLst>
              <a:ext uri="{FF2B5EF4-FFF2-40B4-BE49-F238E27FC236}">
                <a16:creationId xmlns:a16="http://schemas.microsoft.com/office/drawing/2014/main" id="{D30C681C-64D6-E149-9987-42CE9688ABC2}"/>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640668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White Cover + Client Logo_Double Line">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1BCDCE1-35CA-004E-8A2B-18D80E76E3AE}"/>
              </a:ext>
            </a:extLst>
          </p:cNvPr>
          <p:cNvCxnSpPr>
            <a:cxnSpLocks/>
          </p:cNvCxnSpPr>
          <p:nvPr userDrawn="1"/>
        </p:nvCxnSpPr>
        <p:spPr>
          <a:xfrm flipV="1">
            <a:off x="3111568" y="572797"/>
            <a:ext cx="0" cy="649228"/>
          </a:xfrm>
          <a:prstGeom prst="line">
            <a:avLst/>
          </a:prstGeom>
          <a:ln w="1905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sp>
        <p:nvSpPr>
          <p:cNvPr id="11" name="Picture Placeholder 3">
            <a:extLst>
              <a:ext uri="{FF2B5EF4-FFF2-40B4-BE49-F238E27FC236}">
                <a16:creationId xmlns:a16="http://schemas.microsoft.com/office/drawing/2014/main" id="{2A573C84-40C4-8C40-AA0B-78E1756B2B15}"/>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2" name="Title 1">
            <a:extLst>
              <a:ext uri="{FF2B5EF4-FFF2-40B4-BE49-F238E27FC236}">
                <a16:creationId xmlns:a16="http://schemas.microsoft.com/office/drawing/2014/main" id="{700CE5C8-92DF-234A-BCE9-4D8228A620AA}"/>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3" name="Straight Connector 12">
            <a:extLst>
              <a:ext uri="{FF2B5EF4-FFF2-40B4-BE49-F238E27FC236}">
                <a16:creationId xmlns:a16="http://schemas.microsoft.com/office/drawing/2014/main" id="{662BF120-174E-F14D-A8E6-DB694BF08E0D}"/>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 Placeholder 6">
            <a:extLst>
              <a:ext uri="{FF2B5EF4-FFF2-40B4-BE49-F238E27FC236}">
                <a16:creationId xmlns:a16="http://schemas.microsoft.com/office/drawing/2014/main" id="{428A13C9-C291-9B4A-83A8-715B7AC0FB45}"/>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6" name="Text Placeholder 20">
            <a:extLst>
              <a:ext uri="{FF2B5EF4-FFF2-40B4-BE49-F238E27FC236}">
                <a16:creationId xmlns:a16="http://schemas.microsoft.com/office/drawing/2014/main" id="{09653D53-CFCB-F64B-AB0E-8B1239B019D7}"/>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7" name="Footer Placeholder 8">
            <a:extLst>
              <a:ext uri="{FF2B5EF4-FFF2-40B4-BE49-F238E27FC236}">
                <a16:creationId xmlns:a16="http://schemas.microsoft.com/office/drawing/2014/main" id="{6E1D5D37-263A-134E-A978-EABB8ACB44A2}"/>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124871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in Layout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10" name="Content Placeholder 9">
            <a:extLst>
              <a:ext uri="{FF2B5EF4-FFF2-40B4-BE49-F238E27FC236}">
                <a16:creationId xmlns:a16="http://schemas.microsoft.com/office/drawing/2014/main" id="{C938DDBF-3A18-FC4C-9433-65FAE5265169}"/>
              </a:ext>
            </a:extLst>
          </p:cNvPr>
          <p:cNvSpPr>
            <a:spLocks noGrp="1"/>
          </p:cNvSpPr>
          <p:nvPr>
            <p:ph sz="quarter" idx="13"/>
          </p:nvPr>
        </p:nvSpPr>
        <p:spPr>
          <a:xfrm>
            <a:off x="381000" y="1162050"/>
            <a:ext cx="8417052" cy="331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16267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11" name="Content Placeholder 2">
            <a:extLst>
              <a:ext uri="{FF2B5EF4-FFF2-40B4-BE49-F238E27FC236}">
                <a16:creationId xmlns:a16="http://schemas.microsoft.com/office/drawing/2014/main" id="{97462C10-2E2B-9246-8923-A71FA9D87C88}"/>
              </a:ext>
            </a:extLst>
          </p:cNvPr>
          <p:cNvSpPr>
            <a:spLocks noGrp="1"/>
          </p:cNvSpPr>
          <p:nvPr>
            <p:ph idx="1"/>
          </p:nvPr>
        </p:nvSpPr>
        <p:spPr>
          <a:xfrm>
            <a:off x="384048"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7DE6069-021D-AC40-B1ED-C63CD3B48D1C}"/>
              </a:ext>
            </a:extLst>
          </p:cNvPr>
          <p:cNvSpPr>
            <a:spLocks noGrp="1"/>
          </p:cNvSpPr>
          <p:nvPr>
            <p:ph idx="13"/>
          </p:nvPr>
        </p:nvSpPr>
        <p:spPr>
          <a:xfrm>
            <a:off x="4733286"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0582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7" name="Content Placeholder 2">
            <a:extLst>
              <a:ext uri="{FF2B5EF4-FFF2-40B4-BE49-F238E27FC236}">
                <a16:creationId xmlns:a16="http://schemas.microsoft.com/office/drawing/2014/main" id="{B5626B74-7C61-A145-BD70-21148590E430}"/>
              </a:ext>
            </a:extLst>
          </p:cNvPr>
          <p:cNvSpPr>
            <a:spLocks noGrp="1"/>
          </p:cNvSpPr>
          <p:nvPr>
            <p:ph sz="half" idx="1"/>
          </p:nvPr>
        </p:nvSpPr>
        <p:spPr>
          <a:xfrm>
            <a:off x="384048"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0D149372-F04D-CC48-8B4F-76F0320F37B7}"/>
              </a:ext>
            </a:extLst>
          </p:cNvPr>
          <p:cNvSpPr>
            <a:spLocks noGrp="1"/>
          </p:cNvSpPr>
          <p:nvPr>
            <p:ph sz="half" idx="2"/>
          </p:nvPr>
        </p:nvSpPr>
        <p:spPr>
          <a:xfrm>
            <a:off x="3232404"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6548ADF5-6624-B449-B0AB-E8FDF55A3B8B}"/>
              </a:ext>
            </a:extLst>
          </p:cNvPr>
          <p:cNvSpPr>
            <a:spLocks noGrp="1"/>
          </p:cNvSpPr>
          <p:nvPr>
            <p:ph sz="half" idx="13"/>
          </p:nvPr>
        </p:nvSpPr>
        <p:spPr>
          <a:xfrm>
            <a:off x="6080760"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5396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C19695-391B-DA44-A38A-0745805811B8}"/>
              </a:ext>
            </a:extLst>
          </p:cNvPr>
          <p:cNvSpPr/>
          <p:nvPr userDrawn="1"/>
        </p:nvSpPr>
        <p:spPr>
          <a:xfrm>
            <a:off x="0" y="0"/>
            <a:ext cx="9144000" cy="5143500"/>
          </a:xfrm>
          <a:prstGeom prst="rect">
            <a:avLst/>
          </a:prstGeom>
          <a:gradFill flip="none" rotWithShape="1">
            <a:gsLst>
              <a:gs pos="65000">
                <a:schemeClr val="accent1"/>
              </a:gs>
              <a:gs pos="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378952" cy="621030"/>
          </a:xfrm>
        </p:spPr>
        <p:txBody>
          <a:bodyPr wrap="none">
            <a:noAutofit/>
          </a:bodyPr>
          <a:lstStyle>
            <a:lvl1pPr>
              <a:defRPr sz="2400">
                <a:solidFill>
                  <a:schemeClr val="bg1"/>
                </a:solidFill>
              </a:defRPr>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bg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bg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18" name="Content Placeholder 2">
            <a:extLst>
              <a:ext uri="{FF2B5EF4-FFF2-40B4-BE49-F238E27FC236}">
                <a16:creationId xmlns:a16="http://schemas.microsoft.com/office/drawing/2014/main" id="{FAEC6B79-D329-DE46-B777-F072288C8C0F}"/>
              </a:ext>
            </a:extLst>
          </p:cNvPr>
          <p:cNvSpPr>
            <a:spLocks noGrp="1"/>
          </p:cNvSpPr>
          <p:nvPr>
            <p:ph idx="1" hasCustomPrompt="1"/>
          </p:nvPr>
        </p:nvSpPr>
        <p:spPr>
          <a:xfrm>
            <a:off x="377952" y="1111401"/>
            <a:ext cx="8385048" cy="3319272"/>
          </a:xfrm>
          <a:prstGeom prst="rect">
            <a:avLst/>
          </a:prstGeom>
        </p:spPr>
        <p:txBody>
          <a:bodyPr vert="horz" lIns="0" tIns="0" rIns="0" bIns="0" rtlCol="0">
            <a:normAutofit/>
          </a:bodyPr>
          <a:lstStyle>
            <a:lvl1pPr marL="283464" indent="-283464">
              <a:buFont typeface="+mj-lt"/>
              <a:buAutoNum type="arabicPeriod"/>
              <a:defRPr>
                <a:solidFill>
                  <a:schemeClr val="bg1"/>
                </a:solidFill>
              </a:defRPr>
            </a:lvl1pPr>
            <a:lvl2pPr marL="0" indent="0">
              <a:buNone/>
              <a:defRPr lang="en-US" sz="1400" baseline="0" noProof="0" dirty="0">
                <a:solidFill>
                  <a:schemeClr val="bg1"/>
                </a:solidFill>
              </a:defRPr>
            </a:lvl2pPr>
            <a:lvl3pPr marL="0" indent="0">
              <a:spcBef>
                <a:spcPts val="600"/>
              </a:spcBef>
              <a:buNone/>
              <a:defRPr sz="1400">
                <a:solidFill>
                  <a:schemeClr val="bg1"/>
                </a:solidFill>
              </a:defRPr>
            </a:lvl3pPr>
            <a:lvl4pPr marL="0" indent="0">
              <a:spcBef>
                <a:spcPts val="600"/>
              </a:spcBef>
              <a:buNone/>
              <a:defRPr sz="1400">
                <a:solidFill>
                  <a:schemeClr val="bg1"/>
                </a:solidFill>
              </a:defRPr>
            </a:lvl4pPr>
            <a:lvl5pPr marL="0" indent="0">
              <a:spcBef>
                <a:spcPts val="600"/>
              </a:spcBef>
              <a:buNone/>
              <a:defRPr sz="1400">
                <a:solidFill>
                  <a:schemeClr val="bg1"/>
                </a:solidFill>
              </a:defRPr>
            </a:lvl5pPr>
            <a:lvl6pPr marL="0" indent="0">
              <a:lnSpc>
                <a:spcPct val="100000"/>
              </a:lnSpc>
              <a:spcBef>
                <a:spcPts val="600"/>
              </a:spcBef>
              <a:buNone/>
              <a:defRPr sz="1400">
                <a:solidFill>
                  <a:schemeClr val="bg1"/>
                </a:solidFill>
              </a:defRPr>
            </a:lvl6pPr>
            <a:lvl7pPr marL="0" indent="0">
              <a:spcBef>
                <a:spcPts val="600"/>
              </a:spcBef>
              <a:buNone/>
              <a:defRPr sz="1400">
                <a:solidFill>
                  <a:schemeClr val="bg1"/>
                </a:solidFill>
              </a:defRPr>
            </a:lvl7pPr>
            <a:lvl8pPr marL="0" indent="0">
              <a:lnSpc>
                <a:spcPct val="100000"/>
              </a:lnSpc>
              <a:spcBef>
                <a:spcPts val="600"/>
              </a:spcBef>
              <a:buNone/>
              <a:defRPr sz="1400">
                <a:solidFill>
                  <a:schemeClr val="bg1"/>
                </a:solidFill>
              </a:defRPr>
            </a:lvl8pPr>
            <a:lvl9pPr marL="0" indent="0">
              <a:lnSpc>
                <a:spcPct val="100000"/>
              </a:lnSpc>
              <a:spcBef>
                <a:spcPts val="600"/>
              </a:spcBef>
              <a:buNone/>
              <a:defRPr sz="1400">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60154" y="4716758"/>
            <a:ext cx="1276651" cy="274235"/>
          </a:xfrm>
          <a:prstGeom prst="rect">
            <a:avLst/>
          </a:prstGeom>
        </p:spPr>
      </p:pic>
    </p:spTree>
    <p:extLst>
      <p:ext uri="{BB962C8B-B14F-4D97-AF65-F5344CB8AC3E}">
        <p14:creationId xmlns:p14="http://schemas.microsoft.com/office/powerpoint/2010/main" val="3949839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ue Graadient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C19695-391B-DA44-A38A-0745805811B8}"/>
              </a:ext>
            </a:extLst>
          </p:cNvPr>
          <p:cNvSpPr/>
          <p:nvPr userDrawn="1"/>
        </p:nvSpPr>
        <p:spPr>
          <a:xfrm>
            <a:off x="0" y="0"/>
            <a:ext cx="9144000" cy="5143500"/>
          </a:xfrm>
          <a:prstGeom prst="rect">
            <a:avLst/>
          </a:prstGeom>
          <a:gradFill flip="none" rotWithShape="1">
            <a:gsLst>
              <a:gs pos="65000">
                <a:schemeClr val="accent1"/>
              </a:gs>
              <a:gs pos="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378952" cy="621030"/>
          </a:xfrm>
        </p:spPr>
        <p:txBody>
          <a:bodyPr wrap="none">
            <a:noAutofit/>
          </a:bodyPr>
          <a:lstStyle>
            <a:lvl1pPr>
              <a:defRPr sz="2400">
                <a:solidFill>
                  <a:schemeClr val="bg1"/>
                </a:solidFill>
              </a:defRPr>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bg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bg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521777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B04ED9-CA93-3142-B4EC-8ED6F34D15E9}"/>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42" y="0"/>
            <a:ext cx="9143716" cy="5143500"/>
          </a:xfrm>
          <a:prstGeom prst="rect">
            <a:avLst/>
          </a:prstGeom>
        </p:spPr>
      </p:pic>
      <p:sp>
        <p:nvSpPr>
          <p:cNvPr id="14" name="Title 1">
            <a:extLst>
              <a:ext uri="{FF2B5EF4-FFF2-40B4-BE49-F238E27FC236}">
                <a16:creationId xmlns:a16="http://schemas.microsoft.com/office/drawing/2014/main" id="{63D68EAA-2800-2247-8628-ED1190D00080}"/>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15" name="Straight Connector 14">
            <a:extLst>
              <a:ext uri="{FF2B5EF4-FFF2-40B4-BE49-F238E27FC236}">
                <a16:creationId xmlns:a16="http://schemas.microsoft.com/office/drawing/2014/main" id="{F15D67C1-E5E2-DA4B-B9CA-F4770AE7E188}"/>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9720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3">
    <p:spTree>
      <p:nvGrpSpPr>
        <p:cNvPr id="1" name=""/>
        <p:cNvGrpSpPr/>
        <p:nvPr/>
      </p:nvGrpSpPr>
      <p:grpSpPr>
        <a:xfrm>
          <a:off x="0" y="0"/>
          <a:ext cx="0" cy="0"/>
          <a:chOff x="0" y="0"/>
          <a:chExt cx="0" cy="0"/>
        </a:xfrm>
      </p:grpSpPr>
      <p:pic>
        <p:nvPicPr>
          <p:cNvPr id="4" name="Picture 3" descr="A picture containing animal, bed, computer, sitting&#10;&#10;Description automatically generated">
            <a:extLst>
              <a:ext uri="{FF2B5EF4-FFF2-40B4-BE49-F238E27FC236}">
                <a16:creationId xmlns:a16="http://schemas.microsoft.com/office/drawing/2014/main" id="{A1136187-A332-734A-993D-A693410B0D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a:solidFill>
            <a:srgbClr val="0A0C40"/>
          </a:solidFill>
        </p:spPr>
      </p:pic>
      <p:sp>
        <p:nvSpPr>
          <p:cNvPr id="7" name="Title 1">
            <a:extLst>
              <a:ext uri="{FF2B5EF4-FFF2-40B4-BE49-F238E27FC236}">
                <a16:creationId xmlns:a16="http://schemas.microsoft.com/office/drawing/2014/main" id="{AAAFF55D-6D18-1F44-A693-04D09308D0F7}"/>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9" name="Straight Connector 8">
            <a:extLst>
              <a:ext uri="{FF2B5EF4-FFF2-40B4-BE49-F238E27FC236}">
                <a16:creationId xmlns:a16="http://schemas.microsoft.com/office/drawing/2014/main" id="{1F7C825B-B4FF-FF40-84F6-962714FC3A43}"/>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989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580102-CAD4-A748-BD95-3E5812A2AD6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0800000">
            <a:off x="1928" y="-3"/>
            <a:ext cx="9142072" cy="5143501"/>
          </a:xfrm>
          <a:prstGeom prst="rect">
            <a:avLst/>
          </a:prstGeom>
        </p:spPr>
      </p:pic>
      <p:sp>
        <p:nvSpPr>
          <p:cNvPr id="8" name="Title 1">
            <a:extLst>
              <a:ext uri="{FF2B5EF4-FFF2-40B4-BE49-F238E27FC236}">
                <a16:creationId xmlns:a16="http://schemas.microsoft.com/office/drawing/2014/main" id="{5210EB9E-64BF-9644-B205-F00F04A6F5DA}"/>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9" name="Straight Connector 8">
            <a:extLst>
              <a:ext uri="{FF2B5EF4-FFF2-40B4-BE49-F238E27FC236}">
                <a16:creationId xmlns:a16="http://schemas.microsoft.com/office/drawing/2014/main" id="{010DD0DB-372F-554C-AC14-50A4A4866945}"/>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60154" y="4716758"/>
            <a:ext cx="1276651" cy="274235"/>
          </a:xfrm>
          <a:prstGeom prst="rect">
            <a:avLst/>
          </a:prstGeom>
        </p:spPr>
      </p:pic>
    </p:spTree>
    <p:extLst>
      <p:ext uri="{BB962C8B-B14F-4D97-AF65-F5344CB8AC3E}">
        <p14:creationId xmlns:p14="http://schemas.microsoft.com/office/powerpoint/2010/main" val="3639136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60154" y="4716758"/>
            <a:ext cx="1276651" cy="274235"/>
          </a:xfrm>
          <a:prstGeom prst="rect">
            <a:avLst/>
          </a:prstGeom>
        </p:spPr>
      </p:pic>
    </p:spTree>
    <p:extLst>
      <p:ext uri="{BB962C8B-B14F-4D97-AF65-F5344CB8AC3E}">
        <p14:creationId xmlns:p14="http://schemas.microsoft.com/office/powerpoint/2010/main" val="3138112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E43575F0-2D79-7E43-8455-55C88625BB96}"/>
              </a:ext>
            </a:extLst>
          </p:cNvPr>
          <p:cNvSpPr>
            <a:spLocks noGrp="1"/>
          </p:cNvSpPr>
          <p:nvPr>
            <p:ph type="pic" sz="quarter" idx="13" hasCustomPrompt="1"/>
          </p:nvPr>
        </p:nvSpPr>
        <p:spPr>
          <a:xfrm>
            <a:off x="6950877" y="4212509"/>
            <a:ext cx="1812123" cy="614672"/>
          </a:xfrm>
        </p:spPr>
        <p:txBody>
          <a:bodyPr anchor="ctr" anchorCtr="0">
            <a:normAutofit/>
          </a:bodyPr>
          <a:lstStyle>
            <a:lvl1pPr algn="ctr">
              <a:defRPr sz="1200">
                <a:solidFill>
                  <a:schemeClr val="bg1"/>
                </a:solidFill>
              </a:defRPr>
            </a:lvl1pPr>
          </a:lstStyle>
          <a:p>
            <a:r>
              <a:rPr lang="en-US"/>
              <a:t>Client/Partner Logo Here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98006" y="4270228"/>
            <a:ext cx="3008265" cy="640080"/>
          </a:xfrm>
          <a:prstGeom prst="rect">
            <a:avLst/>
          </a:prstGeom>
        </p:spPr>
      </p:pic>
    </p:spTree>
    <p:extLst>
      <p:ext uri="{BB962C8B-B14F-4D97-AF65-F5344CB8AC3E}">
        <p14:creationId xmlns:p14="http://schemas.microsoft.com/office/powerpoint/2010/main" val="3618016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 White BG">
    <p:bg>
      <p:bgRef idx="1001">
        <a:schemeClr val="bg2"/>
      </p:bgRef>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DBFD3179-5709-AE4F-A788-E4498F3E161A}"/>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7" name="Text Placeholder 4">
            <a:extLst>
              <a:ext uri="{FF2B5EF4-FFF2-40B4-BE49-F238E27FC236}">
                <a16:creationId xmlns:a16="http://schemas.microsoft.com/office/drawing/2014/main" id="{9506C890-9727-1D43-B575-700E7811631D}"/>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9" name="Title 1">
            <a:extLst>
              <a:ext uri="{FF2B5EF4-FFF2-40B4-BE49-F238E27FC236}">
                <a16:creationId xmlns:a16="http://schemas.microsoft.com/office/drawing/2014/main" id="{E53485B7-9363-D842-9596-0299E998A58C}"/>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2" name="Straight Connector 11">
            <a:extLst>
              <a:ext uri="{FF2B5EF4-FFF2-40B4-BE49-F238E27FC236}">
                <a16:creationId xmlns:a16="http://schemas.microsoft.com/office/drawing/2014/main" id="{082CA94C-BBE0-1846-921C-E1AFFD0BB14A}"/>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60154" y="4722599"/>
            <a:ext cx="1289663" cy="274320"/>
          </a:xfrm>
          <a:prstGeom prst="rect">
            <a:avLst/>
          </a:prstGeom>
        </p:spPr>
      </p:pic>
    </p:spTree>
    <p:extLst>
      <p:ext uri="{BB962C8B-B14F-4D97-AF65-F5344CB8AC3E}">
        <p14:creationId xmlns:p14="http://schemas.microsoft.com/office/powerpoint/2010/main" val="61554490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6950877" y="4212509"/>
            <a:ext cx="1812123" cy="614672"/>
          </a:xfrm>
        </p:spPr>
        <p:txBody>
          <a:bodyPr anchor="ctr" anchorCtr="0">
            <a:normAutofit/>
          </a:bodyPr>
          <a:lstStyle>
            <a:lvl1pPr algn="ctr">
              <a:defRPr sz="1200"/>
            </a:lvl1pPr>
          </a:lstStyle>
          <a:p>
            <a:r>
              <a:rPr lang="en-US"/>
              <a:t>Client/Partner Logo Here</a:t>
            </a:r>
          </a:p>
        </p:txBody>
      </p:sp>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86" y="366048"/>
            <a:ext cx="3008265" cy="640080"/>
          </a:xfrm>
          <a:prstGeom prst="rect">
            <a:avLst/>
          </a:prstGeom>
        </p:spPr>
      </p:pic>
    </p:spTree>
    <p:extLst>
      <p:ext uri="{BB962C8B-B14F-4D97-AF65-F5344CB8AC3E}">
        <p14:creationId xmlns:p14="http://schemas.microsoft.com/office/powerpoint/2010/main" val="3572497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ch Background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F363CBB-0CE6-524D-A91E-F704F804A718}"/>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42" y="0"/>
            <a:ext cx="9143716" cy="5143500"/>
          </a:xfrm>
          <a:prstGeom prst="rect">
            <a:avLst/>
          </a:prstGeom>
        </p:spPr>
      </p:pic>
    </p:spTree>
    <p:extLst>
      <p:ext uri="{BB962C8B-B14F-4D97-AF65-F5344CB8AC3E}">
        <p14:creationId xmlns:p14="http://schemas.microsoft.com/office/powerpoint/2010/main" val="28939647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ch Background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animal, bed, computer, sitting&#10;&#10;Description automatically generated">
            <a:extLst>
              <a:ext uri="{FF2B5EF4-FFF2-40B4-BE49-F238E27FC236}">
                <a16:creationId xmlns:a16="http://schemas.microsoft.com/office/drawing/2014/main" id="{AFD0E892-AD84-1E4B-88EE-D37B1E173C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95"/>
            <a:ext cx="9144000" cy="5142510"/>
          </a:xfrm>
          <a:prstGeom prst="rect">
            <a:avLst/>
          </a:prstGeom>
        </p:spPr>
      </p:pic>
    </p:spTree>
    <p:extLst>
      <p:ext uri="{BB962C8B-B14F-4D97-AF65-F5344CB8AC3E}">
        <p14:creationId xmlns:p14="http://schemas.microsoft.com/office/powerpoint/2010/main" val="3886438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ch Background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4672F0-3606-864E-B5C6-3D3E01E37D5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8" y="0"/>
            <a:ext cx="9160462" cy="5143500"/>
          </a:xfrm>
          <a:prstGeom prst="rect">
            <a:avLst/>
          </a:prstGeom>
        </p:spPr>
      </p:pic>
    </p:spTree>
    <p:extLst>
      <p:ext uri="{BB962C8B-B14F-4D97-AF65-F5344CB8AC3E}">
        <p14:creationId xmlns:p14="http://schemas.microsoft.com/office/powerpoint/2010/main" val="3089563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ue Gradient Background">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755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6250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0570498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Header an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32AB80A-78BA-6B42-BA0D-B44ACF890F5A}" type="slidenum">
              <a:rPr lang="en-US" smtClean="0"/>
              <a:pPr/>
              <a:t>‹#›</a:t>
            </a:fld>
            <a:endParaRPr lang="en-US"/>
          </a:p>
        </p:txBody>
      </p:sp>
      <p:sp>
        <p:nvSpPr>
          <p:cNvPr id="2" name="Title 1"/>
          <p:cNvSpPr>
            <a:spLocks noGrp="1"/>
          </p:cNvSpPr>
          <p:nvPr>
            <p:ph type="title" hasCustomPrompt="1"/>
          </p:nvPr>
        </p:nvSpPr>
        <p:spPr>
          <a:xfrm>
            <a:off x="304367" y="3137"/>
            <a:ext cx="8464987" cy="455444"/>
          </a:xfrm>
        </p:spPr>
        <p:txBody>
          <a:bodyPr>
            <a:normAutofit/>
          </a:bodyPr>
          <a:lstStyle>
            <a:lvl1pPr>
              <a:defRPr sz="1800"/>
            </a:lvl1pPr>
          </a:lstStyle>
          <a:p>
            <a:r>
              <a:rPr lang="en-US"/>
              <a:t>Header</a:t>
            </a:r>
          </a:p>
        </p:txBody>
      </p:sp>
      <p:sp>
        <p:nvSpPr>
          <p:cNvPr id="5" name="Text Placeholder 4"/>
          <p:cNvSpPr>
            <a:spLocks noGrp="1"/>
          </p:cNvSpPr>
          <p:nvPr>
            <p:ph type="body" sz="quarter" idx="13"/>
          </p:nvPr>
        </p:nvSpPr>
        <p:spPr>
          <a:xfrm>
            <a:off x="314858" y="994480"/>
            <a:ext cx="8460842" cy="3280567"/>
          </a:xfrm>
          <a:prstGeom prst="rect">
            <a:avLst/>
          </a:prstGeom>
        </p:spPr>
        <p:txBody>
          <a:bodyPr vert="horz">
            <a:normAutofit/>
          </a:bodyPr>
          <a:lstStyle>
            <a:lvl1pPr marL="0" indent="0">
              <a:buNone/>
              <a:defRPr sz="2800">
                <a:solidFill>
                  <a:srgbClr val="141414"/>
                </a:solidFill>
              </a:defRPr>
            </a:lvl1pPr>
            <a:lvl2pPr marL="228600" indent="-227013">
              <a:buClr>
                <a:schemeClr val="accent2"/>
              </a:buClr>
              <a:buFont typeface="Arial"/>
              <a:buChar char="•"/>
              <a:defRPr sz="2400">
                <a:solidFill>
                  <a:srgbClr val="141414"/>
                </a:solidFill>
              </a:defRPr>
            </a:lvl2pPr>
            <a:lvl3pPr marL="287338" indent="-166688">
              <a:buClr>
                <a:schemeClr val="accent2"/>
              </a:buClr>
              <a:buFont typeface="Arial"/>
              <a:buChar char="•"/>
              <a:defRPr sz="2000">
                <a:solidFill>
                  <a:srgbClr val="141414"/>
                </a:solidFill>
              </a:defRPr>
            </a:lvl3pPr>
            <a:lvl4pPr marL="393700" indent="-176213">
              <a:buClr>
                <a:schemeClr val="accent2"/>
              </a:buClr>
              <a:buFont typeface="Arial"/>
              <a:buChar char="•"/>
              <a:defRPr sz="1800">
                <a:solidFill>
                  <a:srgbClr val="141414"/>
                </a:solidFill>
              </a:defRPr>
            </a:lvl4pPr>
            <a:lvl5pPr marL="512763" indent="-176213">
              <a:buClr>
                <a:schemeClr val="accent2"/>
              </a:buClr>
              <a:buFont typeface="Arial"/>
              <a:buChar char="•"/>
              <a:defRPr sz="1800">
                <a:solidFill>
                  <a:srgbClr val="14141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userDrawn="1"/>
        </p:nvCxnSpPr>
        <p:spPr>
          <a:xfrm>
            <a:off x="384470" y="386442"/>
            <a:ext cx="8363857" cy="0"/>
          </a:xfrm>
          <a:prstGeom prst="line">
            <a:avLst/>
          </a:prstGeom>
          <a:ln w="6350" cmpd="sng">
            <a:gradFill flip="none" rotWithShape="1">
              <a:gsLst>
                <a:gs pos="0">
                  <a:srgbClr val="0099FF"/>
                </a:gs>
                <a:gs pos="100000">
                  <a:srgbClr val="008000"/>
                </a:gs>
              </a:gsLst>
              <a:lin ang="0" scaled="1"/>
              <a:tileRect/>
            </a:gradFill>
            <a:beve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47353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ue Gradient Single Line Tit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D8B3D69-F8A0-AC46-95E9-28C9598D74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5" name="Title 1">
            <a:extLst>
              <a:ext uri="{FF2B5EF4-FFF2-40B4-BE49-F238E27FC236}">
                <a16:creationId xmlns:a16="http://schemas.microsoft.com/office/drawing/2014/main" id="{8C9A73B0-41F0-3E40-BF14-EF98B7C21B95}"/>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6" name="Straight Connector 15">
            <a:extLst>
              <a:ext uri="{FF2B5EF4-FFF2-40B4-BE49-F238E27FC236}">
                <a16:creationId xmlns:a16="http://schemas.microsoft.com/office/drawing/2014/main" id="{87F69DE6-F71B-D441-B24C-6419119B82AF}"/>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6">
            <a:extLst>
              <a:ext uri="{FF2B5EF4-FFF2-40B4-BE49-F238E27FC236}">
                <a16:creationId xmlns:a16="http://schemas.microsoft.com/office/drawing/2014/main" id="{1A4128D7-098B-8241-92AE-59B6A868927D}"/>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8" name="Text Placeholder 20">
            <a:extLst>
              <a:ext uri="{FF2B5EF4-FFF2-40B4-BE49-F238E27FC236}">
                <a16:creationId xmlns:a16="http://schemas.microsoft.com/office/drawing/2014/main" id="{7D1D9E52-6107-5745-AA3C-C0D5178E14A6}"/>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9" name="Footer Placeholder 8">
            <a:extLst>
              <a:ext uri="{FF2B5EF4-FFF2-40B4-BE49-F238E27FC236}">
                <a16:creationId xmlns:a16="http://schemas.microsoft.com/office/drawing/2014/main" id="{9E44F99F-797E-744C-A7A6-9DCFEF3F8DD3}"/>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125508913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ue Gradient Double Line Tit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355E128-3976-D54B-8CB4-188AFAC60306}"/>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7" name="Straight Connector 16">
            <a:extLst>
              <a:ext uri="{FF2B5EF4-FFF2-40B4-BE49-F238E27FC236}">
                <a16:creationId xmlns:a16="http://schemas.microsoft.com/office/drawing/2014/main" id="{0B09602A-3D3C-C044-8D3B-591771500E32}"/>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7EFC0216-CC29-8049-971C-0588BD188ED6}"/>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9" name="Text Placeholder 20">
            <a:extLst>
              <a:ext uri="{FF2B5EF4-FFF2-40B4-BE49-F238E27FC236}">
                <a16:creationId xmlns:a16="http://schemas.microsoft.com/office/drawing/2014/main" id="{BB16F16B-768F-984C-A591-9BB9760A963B}"/>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a:t>Speaker title and/or date</a:t>
            </a:r>
          </a:p>
        </p:txBody>
      </p:sp>
      <p:pic>
        <p:nvPicPr>
          <p:cNvPr id="20" name="Picture 19">
            <a:extLst>
              <a:ext uri="{FF2B5EF4-FFF2-40B4-BE49-F238E27FC236}">
                <a16:creationId xmlns:a16="http://schemas.microsoft.com/office/drawing/2014/main" id="{41D0A58E-F413-134E-B7FA-239403A952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8" name="Footer Placeholder 8">
            <a:extLst>
              <a:ext uri="{FF2B5EF4-FFF2-40B4-BE49-F238E27FC236}">
                <a16:creationId xmlns:a16="http://schemas.microsoft.com/office/drawing/2014/main" id="{81672A8D-4DB7-8348-A169-64D8EC326CDA}"/>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41569537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Blue Graphic Sing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396"/>
            <a:ext cx="9144000" cy="5146293"/>
          </a:xfrm>
          <a:prstGeom prst="rect">
            <a:avLst/>
          </a:prstGeom>
        </p:spPr>
      </p:pic>
      <p:sp>
        <p:nvSpPr>
          <p:cNvPr id="2" name="Rectangle 1">
            <a:extLst>
              <a:ext uri="{FF2B5EF4-FFF2-40B4-BE49-F238E27FC236}">
                <a16:creationId xmlns:a16="http://schemas.microsoft.com/office/drawing/2014/main" id="{C638E5F3-76E5-C042-960D-4D3913A473AF}"/>
              </a:ext>
            </a:extLst>
          </p:cNvPr>
          <p:cNvSpPr/>
          <p:nvPr userDrawn="1"/>
        </p:nvSpPr>
        <p:spPr>
          <a:xfrm>
            <a:off x="0" y="0"/>
            <a:ext cx="9144000" cy="51435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C6865CC2-EE1E-B44E-B46B-DD0F56CB7AB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0" name="Title 1">
            <a:extLst>
              <a:ext uri="{FF2B5EF4-FFF2-40B4-BE49-F238E27FC236}">
                <a16:creationId xmlns:a16="http://schemas.microsoft.com/office/drawing/2014/main" id="{331B7D22-96C5-D744-AB8D-7183965D3C96}"/>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2" name="Straight Connector 11">
            <a:extLst>
              <a:ext uri="{FF2B5EF4-FFF2-40B4-BE49-F238E27FC236}">
                <a16:creationId xmlns:a16="http://schemas.microsoft.com/office/drawing/2014/main" id="{EB22C6B8-2F6B-8947-A2A3-ED9E370F7326}"/>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9BC14C20-C069-724B-A635-DC1F5CCF8035}"/>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4" name="Text Placeholder 20">
            <a:extLst>
              <a:ext uri="{FF2B5EF4-FFF2-40B4-BE49-F238E27FC236}">
                <a16:creationId xmlns:a16="http://schemas.microsoft.com/office/drawing/2014/main" id="{939A0796-1F5C-6743-A1D0-11A18609B23E}"/>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5" name="Footer Placeholder 8">
            <a:extLst>
              <a:ext uri="{FF2B5EF4-FFF2-40B4-BE49-F238E27FC236}">
                <a16:creationId xmlns:a16="http://schemas.microsoft.com/office/drawing/2014/main" id="{0B9CC9C9-D971-3041-A81C-BA9E6B2248B4}"/>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40811807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 Graphic Doub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396"/>
            <a:ext cx="9144000" cy="5146293"/>
          </a:xfrm>
          <a:prstGeom prst="rect">
            <a:avLst/>
          </a:prstGeom>
        </p:spPr>
      </p:pic>
      <p:sp>
        <p:nvSpPr>
          <p:cNvPr id="29" name="Rectangle 28">
            <a:extLst>
              <a:ext uri="{FF2B5EF4-FFF2-40B4-BE49-F238E27FC236}">
                <a16:creationId xmlns:a16="http://schemas.microsoft.com/office/drawing/2014/main" id="{C96E9237-80A4-8D4D-AF8F-78866C6D2C05}"/>
              </a:ext>
            </a:extLst>
          </p:cNvPr>
          <p:cNvSpPr/>
          <p:nvPr userDrawn="1"/>
        </p:nvSpPr>
        <p:spPr>
          <a:xfrm>
            <a:off x="0" y="0"/>
            <a:ext cx="9144000" cy="51435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3E72939B-E866-3F48-956F-028BC0570F3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0" name="Title 1">
            <a:extLst>
              <a:ext uri="{FF2B5EF4-FFF2-40B4-BE49-F238E27FC236}">
                <a16:creationId xmlns:a16="http://schemas.microsoft.com/office/drawing/2014/main" id="{62C1B911-F437-1644-81AF-E4F0D63347D5}"/>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2" name="Straight Connector 11">
            <a:extLst>
              <a:ext uri="{FF2B5EF4-FFF2-40B4-BE49-F238E27FC236}">
                <a16:creationId xmlns:a16="http://schemas.microsoft.com/office/drawing/2014/main" id="{36779121-E465-634B-B2F7-19C558723B11}"/>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B6882BFA-92D1-754C-8A6B-468712FCC892}"/>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4" name="Text Placeholder 20">
            <a:extLst>
              <a:ext uri="{FF2B5EF4-FFF2-40B4-BE49-F238E27FC236}">
                <a16:creationId xmlns:a16="http://schemas.microsoft.com/office/drawing/2014/main" id="{E25F6749-10D1-E840-B58E-0BD71C6C4BD7}"/>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5" name="Footer Placeholder 8">
            <a:extLst>
              <a:ext uri="{FF2B5EF4-FFF2-40B4-BE49-F238E27FC236}">
                <a16:creationId xmlns:a16="http://schemas.microsoft.com/office/drawing/2014/main" id="{9E90ED61-02F0-014B-ABEE-2397CF3B968C}"/>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3300891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 Speed Graphic Single Line Titl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404F555-4B35-F044-B7D0-D32F73D755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21" name="Picture 20">
            <a:extLst>
              <a:ext uri="{FF2B5EF4-FFF2-40B4-BE49-F238E27FC236}">
                <a16:creationId xmlns:a16="http://schemas.microsoft.com/office/drawing/2014/main" id="{C6865CC2-EE1E-B44E-B46B-DD0F56CB7AB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4" name="Title 1">
            <a:extLst>
              <a:ext uri="{FF2B5EF4-FFF2-40B4-BE49-F238E27FC236}">
                <a16:creationId xmlns:a16="http://schemas.microsoft.com/office/drawing/2014/main" id="{FE1258A4-09D8-664D-934C-0C07D252D404}"/>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5" name="Straight Connector 14">
            <a:extLst>
              <a:ext uri="{FF2B5EF4-FFF2-40B4-BE49-F238E27FC236}">
                <a16:creationId xmlns:a16="http://schemas.microsoft.com/office/drawing/2014/main" id="{FDA0D648-BD2B-5645-81FD-088044B6FFDC}"/>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FF9AFFB6-D22A-3C4E-9092-D2D3A372AC03}"/>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23" name="Text Placeholder 20">
            <a:extLst>
              <a:ext uri="{FF2B5EF4-FFF2-40B4-BE49-F238E27FC236}">
                <a16:creationId xmlns:a16="http://schemas.microsoft.com/office/drawing/2014/main" id="{C7EEFB4D-8BD1-7A49-BC27-5F48B29E81C5}"/>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24" name="Footer Placeholder 8">
            <a:extLst>
              <a:ext uri="{FF2B5EF4-FFF2-40B4-BE49-F238E27FC236}">
                <a16:creationId xmlns:a16="http://schemas.microsoft.com/office/drawing/2014/main" id="{C7676DE8-F28E-344A-8FEC-386AE8A49C64}"/>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22741240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 Speed Graphic Double Line Titl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380DC35-22AA-CB4D-B036-9AE68A672C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27" name="Picture 26">
            <a:extLst>
              <a:ext uri="{FF2B5EF4-FFF2-40B4-BE49-F238E27FC236}">
                <a16:creationId xmlns:a16="http://schemas.microsoft.com/office/drawing/2014/main" id="{3E72939B-E866-3F48-956F-028BC0570F3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9" name="Title 1">
            <a:extLst>
              <a:ext uri="{FF2B5EF4-FFF2-40B4-BE49-F238E27FC236}">
                <a16:creationId xmlns:a16="http://schemas.microsoft.com/office/drawing/2014/main" id="{1A8502E8-6D49-0148-8E79-74D110828003}"/>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1" name="Straight Connector 10">
            <a:extLst>
              <a:ext uri="{FF2B5EF4-FFF2-40B4-BE49-F238E27FC236}">
                <a16:creationId xmlns:a16="http://schemas.microsoft.com/office/drawing/2014/main" id="{CC3AB9D5-63D5-C845-9EE9-47323B47D8D3}"/>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Text Placeholder 6">
            <a:extLst>
              <a:ext uri="{FF2B5EF4-FFF2-40B4-BE49-F238E27FC236}">
                <a16:creationId xmlns:a16="http://schemas.microsoft.com/office/drawing/2014/main" id="{CF1D9D5A-91BF-5D48-B927-A5B58455E5A2}"/>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3" name="Text Placeholder 20">
            <a:extLst>
              <a:ext uri="{FF2B5EF4-FFF2-40B4-BE49-F238E27FC236}">
                <a16:creationId xmlns:a16="http://schemas.microsoft.com/office/drawing/2014/main" id="{5ACADCEC-F0AC-1A4F-BF69-1862F17AB2DB}"/>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4" name="Footer Placeholder 8">
            <a:extLst>
              <a:ext uri="{FF2B5EF4-FFF2-40B4-BE49-F238E27FC236}">
                <a16:creationId xmlns:a16="http://schemas.microsoft.com/office/drawing/2014/main" id="{EC4C956A-E6D9-D24C-87B4-60CBB21635C7}"/>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33604198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956" y="79601"/>
            <a:ext cx="3237409" cy="1171967"/>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5" name="Straight Connector 14">
            <a:extLst>
              <a:ext uri="{FF2B5EF4-FFF2-40B4-BE49-F238E27FC236}">
                <a16:creationId xmlns:a16="http://schemas.microsoft.com/office/drawing/2014/main" id="{2E88B880-0C43-D846-8830-8FD4A742FB42}"/>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7" name="Text Placeholder 20">
            <a:extLst>
              <a:ext uri="{FF2B5EF4-FFF2-40B4-BE49-F238E27FC236}">
                <a16:creationId xmlns:a16="http://schemas.microsoft.com/office/drawing/2014/main" id="{D30C681C-64D6-E149-9987-42CE9688ABC2}"/>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34555728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White Cover + Client Logo_Double Line">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1BCDCE1-35CA-004E-8A2B-18D80E76E3AE}"/>
              </a:ext>
            </a:extLst>
          </p:cNvPr>
          <p:cNvCxnSpPr>
            <a:cxnSpLocks/>
          </p:cNvCxnSpPr>
          <p:nvPr userDrawn="1"/>
        </p:nvCxnSpPr>
        <p:spPr>
          <a:xfrm flipV="1">
            <a:off x="3111568" y="572797"/>
            <a:ext cx="0" cy="649228"/>
          </a:xfrm>
          <a:prstGeom prst="line">
            <a:avLst/>
          </a:prstGeom>
          <a:ln w="1905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pic>
        <p:nvPicPr>
          <p:cNvPr id="10" name="Picture 9" descr="A close up of a sign&#10;&#10;Description automatically generated">
            <a:extLst>
              <a:ext uri="{FF2B5EF4-FFF2-40B4-BE49-F238E27FC236}">
                <a16:creationId xmlns:a16="http://schemas.microsoft.com/office/drawing/2014/main" id="{4CD00A0B-19B3-AE44-9414-54B79855AA4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1956" y="79601"/>
            <a:ext cx="3237409" cy="1171967"/>
          </a:xfrm>
          <a:prstGeom prst="rect">
            <a:avLst/>
          </a:prstGeom>
        </p:spPr>
      </p:pic>
      <p:sp>
        <p:nvSpPr>
          <p:cNvPr id="11" name="Picture Placeholder 3">
            <a:extLst>
              <a:ext uri="{FF2B5EF4-FFF2-40B4-BE49-F238E27FC236}">
                <a16:creationId xmlns:a16="http://schemas.microsoft.com/office/drawing/2014/main" id="{2A573C84-40C4-8C40-AA0B-78E1756B2B15}"/>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2" name="Title 1">
            <a:extLst>
              <a:ext uri="{FF2B5EF4-FFF2-40B4-BE49-F238E27FC236}">
                <a16:creationId xmlns:a16="http://schemas.microsoft.com/office/drawing/2014/main" id="{700CE5C8-92DF-234A-BCE9-4D8228A620AA}"/>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3" name="Straight Connector 12">
            <a:extLst>
              <a:ext uri="{FF2B5EF4-FFF2-40B4-BE49-F238E27FC236}">
                <a16:creationId xmlns:a16="http://schemas.microsoft.com/office/drawing/2014/main" id="{662BF120-174E-F14D-A8E6-DB694BF08E0D}"/>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 Placeholder 6">
            <a:extLst>
              <a:ext uri="{FF2B5EF4-FFF2-40B4-BE49-F238E27FC236}">
                <a16:creationId xmlns:a16="http://schemas.microsoft.com/office/drawing/2014/main" id="{428A13C9-C291-9B4A-83A8-715B7AC0FB45}"/>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6" name="Text Placeholder 20">
            <a:extLst>
              <a:ext uri="{FF2B5EF4-FFF2-40B4-BE49-F238E27FC236}">
                <a16:creationId xmlns:a16="http://schemas.microsoft.com/office/drawing/2014/main" id="{09653D53-CFCB-F64B-AB0E-8B1239B019D7}"/>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7" name="Footer Placeholder 8">
            <a:extLst>
              <a:ext uri="{FF2B5EF4-FFF2-40B4-BE49-F238E27FC236}">
                <a16:creationId xmlns:a16="http://schemas.microsoft.com/office/drawing/2014/main" id="{6E1D5D37-263A-134E-A978-EABB8ACB44A2}"/>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35130607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Blue Gradient Cover Single + Client Logo_Sing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9E394311-CCC6-F94F-925A-AA4EE294BA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5457" y="382876"/>
            <a:ext cx="2624563" cy="558418"/>
          </a:xfrm>
          <a:prstGeom prst="rect">
            <a:avLst/>
          </a:prstGeom>
        </p:spPr>
      </p:pic>
      <p:sp>
        <p:nvSpPr>
          <p:cNvPr id="20" name="Picture Placeholder 3">
            <a:extLst>
              <a:ext uri="{FF2B5EF4-FFF2-40B4-BE49-F238E27FC236}">
                <a16:creationId xmlns:a16="http://schemas.microsoft.com/office/drawing/2014/main" id="{7C58A344-CE77-2840-9D7F-E36E95488277}"/>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bg1"/>
                </a:solidFill>
              </a:defRPr>
            </a:lvl1pPr>
          </a:lstStyle>
          <a:p>
            <a:r>
              <a:rPr lang="en-US"/>
              <a:t>Insert Client or Partner Logo Here</a:t>
            </a:r>
          </a:p>
        </p:txBody>
      </p:sp>
      <p:sp>
        <p:nvSpPr>
          <p:cNvPr id="9" name="Title 1">
            <a:extLst>
              <a:ext uri="{FF2B5EF4-FFF2-40B4-BE49-F238E27FC236}">
                <a16:creationId xmlns:a16="http://schemas.microsoft.com/office/drawing/2014/main" id="{08944D65-B84E-A049-98EE-5270F8EEF106}"/>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0" name="Straight Connector 9">
            <a:extLst>
              <a:ext uri="{FF2B5EF4-FFF2-40B4-BE49-F238E27FC236}">
                <a16:creationId xmlns:a16="http://schemas.microsoft.com/office/drawing/2014/main" id="{BF3F2592-9A69-2945-909D-AF9293BA5882}"/>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 Placeholder 6">
            <a:extLst>
              <a:ext uri="{FF2B5EF4-FFF2-40B4-BE49-F238E27FC236}">
                <a16:creationId xmlns:a16="http://schemas.microsoft.com/office/drawing/2014/main" id="{F36DBBC6-5A42-814E-A38D-B5720F6B246C}"/>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3" name="Text Placeholder 20">
            <a:extLst>
              <a:ext uri="{FF2B5EF4-FFF2-40B4-BE49-F238E27FC236}">
                <a16:creationId xmlns:a16="http://schemas.microsoft.com/office/drawing/2014/main" id="{D23382F7-67E9-6D40-8247-B2FB027F3D40}"/>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6" name="Footer Placeholder 8">
            <a:extLst>
              <a:ext uri="{FF2B5EF4-FFF2-40B4-BE49-F238E27FC236}">
                <a16:creationId xmlns:a16="http://schemas.microsoft.com/office/drawing/2014/main" id="{CD2FB1B5-CBA0-AB44-9892-F8CE09330C7E}"/>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17929903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ue Gradient Cover Double + Client Logo_Doub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3A90430C-755F-CC48-B69D-C7B5FE581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5457" y="382876"/>
            <a:ext cx="2624563" cy="558418"/>
          </a:xfrm>
          <a:prstGeom prst="rect">
            <a:avLst/>
          </a:prstGeom>
        </p:spPr>
      </p:pic>
      <p:sp>
        <p:nvSpPr>
          <p:cNvPr id="23" name="Picture Placeholder 3">
            <a:extLst>
              <a:ext uri="{FF2B5EF4-FFF2-40B4-BE49-F238E27FC236}">
                <a16:creationId xmlns:a16="http://schemas.microsoft.com/office/drawing/2014/main" id="{2A8B2F9B-A651-3F4E-8B67-3E1B494E2A0B}"/>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bg1"/>
                </a:solidFill>
              </a:defRPr>
            </a:lvl1pPr>
          </a:lstStyle>
          <a:p>
            <a:r>
              <a:rPr lang="en-US"/>
              <a:t>Insert Client or Partner Logo Here</a:t>
            </a:r>
          </a:p>
        </p:txBody>
      </p:sp>
      <p:sp>
        <p:nvSpPr>
          <p:cNvPr id="9" name="Title 1">
            <a:extLst>
              <a:ext uri="{FF2B5EF4-FFF2-40B4-BE49-F238E27FC236}">
                <a16:creationId xmlns:a16="http://schemas.microsoft.com/office/drawing/2014/main" id="{A7FD6EC7-574A-D447-8D14-F23F7EC6F819}"/>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0" name="Straight Connector 9">
            <a:extLst>
              <a:ext uri="{FF2B5EF4-FFF2-40B4-BE49-F238E27FC236}">
                <a16:creationId xmlns:a16="http://schemas.microsoft.com/office/drawing/2014/main" id="{B21861E9-BDB1-744A-AB6C-6D5ABCB7AE12}"/>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 Placeholder 6">
            <a:extLst>
              <a:ext uri="{FF2B5EF4-FFF2-40B4-BE49-F238E27FC236}">
                <a16:creationId xmlns:a16="http://schemas.microsoft.com/office/drawing/2014/main" id="{5BDD266F-DC19-6041-AB55-46A421EDB633}"/>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3" name="Text Placeholder 20">
            <a:extLst>
              <a:ext uri="{FF2B5EF4-FFF2-40B4-BE49-F238E27FC236}">
                <a16:creationId xmlns:a16="http://schemas.microsoft.com/office/drawing/2014/main" id="{04D6F6F8-C665-8C49-8B1B-AEE354F16BC4}"/>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4" name="Footer Placeholder 8">
            <a:extLst>
              <a:ext uri="{FF2B5EF4-FFF2-40B4-BE49-F238E27FC236}">
                <a16:creationId xmlns:a16="http://schemas.microsoft.com/office/drawing/2014/main" id="{E6C5299D-07B1-D544-A185-7F1BEB9DFB57}"/>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4112802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ain Layout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10" name="Content Placeholder 9">
            <a:extLst>
              <a:ext uri="{FF2B5EF4-FFF2-40B4-BE49-F238E27FC236}">
                <a16:creationId xmlns:a16="http://schemas.microsoft.com/office/drawing/2014/main" id="{C938DDBF-3A18-FC4C-9433-65FAE5265169}"/>
              </a:ext>
            </a:extLst>
          </p:cNvPr>
          <p:cNvSpPr>
            <a:spLocks noGrp="1"/>
          </p:cNvSpPr>
          <p:nvPr>
            <p:ph sz="quarter" idx="13"/>
          </p:nvPr>
        </p:nvSpPr>
        <p:spPr>
          <a:xfrm>
            <a:off x="381000" y="1162050"/>
            <a:ext cx="8417052" cy="331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5062544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11" name="Content Placeholder 2">
            <a:extLst>
              <a:ext uri="{FF2B5EF4-FFF2-40B4-BE49-F238E27FC236}">
                <a16:creationId xmlns:a16="http://schemas.microsoft.com/office/drawing/2014/main" id="{97462C10-2E2B-9246-8923-A71FA9D87C88}"/>
              </a:ext>
            </a:extLst>
          </p:cNvPr>
          <p:cNvSpPr>
            <a:spLocks noGrp="1"/>
          </p:cNvSpPr>
          <p:nvPr>
            <p:ph idx="1"/>
          </p:nvPr>
        </p:nvSpPr>
        <p:spPr>
          <a:xfrm>
            <a:off x="384048"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7DE6069-021D-AC40-B1ED-C63CD3B48D1C}"/>
              </a:ext>
            </a:extLst>
          </p:cNvPr>
          <p:cNvSpPr>
            <a:spLocks noGrp="1"/>
          </p:cNvSpPr>
          <p:nvPr>
            <p:ph idx="13"/>
          </p:nvPr>
        </p:nvSpPr>
        <p:spPr>
          <a:xfrm>
            <a:off x="4733286"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1912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7" name="Content Placeholder 2">
            <a:extLst>
              <a:ext uri="{FF2B5EF4-FFF2-40B4-BE49-F238E27FC236}">
                <a16:creationId xmlns:a16="http://schemas.microsoft.com/office/drawing/2014/main" id="{B5626B74-7C61-A145-BD70-21148590E430}"/>
              </a:ext>
            </a:extLst>
          </p:cNvPr>
          <p:cNvSpPr>
            <a:spLocks noGrp="1"/>
          </p:cNvSpPr>
          <p:nvPr>
            <p:ph sz="half" idx="1"/>
          </p:nvPr>
        </p:nvSpPr>
        <p:spPr>
          <a:xfrm>
            <a:off x="384048"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0D149372-F04D-CC48-8B4F-76F0320F37B7}"/>
              </a:ext>
            </a:extLst>
          </p:cNvPr>
          <p:cNvSpPr>
            <a:spLocks noGrp="1"/>
          </p:cNvSpPr>
          <p:nvPr>
            <p:ph sz="half" idx="2"/>
          </p:nvPr>
        </p:nvSpPr>
        <p:spPr>
          <a:xfrm>
            <a:off x="3232404"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6548ADF5-6624-B449-B0AB-E8FDF55A3B8B}"/>
              </a:ext>
            </a:extLst>
          </p:cNvPr>
          <p:cNvSpPr>
            <a:spLocks noGrp="1"/>
          </p:cNvSpPr>
          <p:nvPr>
            <p:ph sz="half" idx="13"/>
          </p:nvPr>
        </p:nvSpPr>
        <p:spPr>
          <a:xfrm>
            <a:off x="6080760"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37420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C19695-391B-DA44-A38A-0745805811B8}"/>
              </a:ext>
            </a:extLst>
          </p:cNvPr>
          <p:cNvSpPr/>
          <p:nvPr userDrawn="1"/>
        </p:nvSpPr>
        <p:spPr>
          <a:xfrm>
            <a:off x="0" y="0"/>
            <a:ext cx="9144000" cy="5143500"/>
          </a:xfrm>
          <a:prstGeom prst="rect">
            <a:avLst/>
          </a:prstGeom>
          <a:gradFill flip="none" rotWithShape="1">
            <a:gsLst>
              <a:gs pos="65000">
                <a:schemeClr val="accent1"/>
              </a:gs>
              <a:gs pos="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378952" cy="621030"/>
          </a:xfrm>
        </p:spPr>
        <p:txBody>
          <a:bodyPr wrap="none">
            <a:noAutofit/>
          </a:bodyPr>
          <a:lstStyle>
            <a:lvl1pPr>
              <a:defRPr sz="2400">
                <a:solidFill>
                  <a:schemeClr val="bg1"/>
                </a:solidFill>
              </a:defRPr>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bg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bg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pic>
        <p:nvPicPr>
          <p:cNvPr id="15" name="Picture 14">
            <a:extLst>
              <a:ext uri="{FF2B5EF4-FFF2-40B4-BE49-F238E27FC236}">
                <a16:creationId xmlns:a16="http://schemas.microsoft.com/office/drawing/2014/main" id="{F70F4A04-9F09-BC4C-BCD8-015E0BC087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7734300" y="4751509"/>
            <a:ext cx="1029775" cy="221011"/>
          </a:xfrm>
          <a:prstGeom prst="rect">
            <a:avLst/>
          </a:prstGeom>
        </p:spPr>
      </p:pic>
      <p:sp>
        <p:nvSpPr>
          <p:cNvPr id="18" name="Content Placeholder 2">
            <a:extLst>
              <a:ext uri="{FF2B5EF4-FFF2-40B4-BE49-F238E27FC236}">
                <a16:creationId xmlns:a16="http://schemas.microsoft.com/office/drawing/2014/main" id="{FAEC6B79-D329-DE46-B777-F072288C8C0F}"/>
              </a:ext>
            </a:extLst>
          </p:cNvPr>
          <p:cNvSpPr>
            <a:spLocks noGrp="1"/>
          </p:cNvSpPr>
          <p:nvPr>
            <p:ph idx="1" hasCustomPrompt="1"/>
          </p:nvPr>
        </p:nvSpPr>
        <p:spPr>
          <a:xfrm>
            <a:off x="377952" y="1111401"/>
            <a:ext cx="8385048" cy="3319272"/>
          </a:xfrm>
          <a:prstGeom prst="rect">
            <a:avLst/>
          </a:prstGeom>
        </p:spPr>
        <p:txBody>
          <a:bodyPr vert="horz" lIns="0" tIns="0" rIns="0" bIns="0" rtlCol="0">
            <a:normAutofit/>
          </a:bodyPr>
          <a:lstStyle>
            <a:lvl1pPr marL="283464" indent="-283464">
              <a:buFont typeface="+mj-lt"/>
              <a:buAutoNum type="arabicPeriod"/>
              <a:defRPr>
                <a:solidFill>
                  <a:schemeClr val="bg1"/>
                </a:solidFill>
              </a:defRPr>
            </a:lvl1pPr>
            <a:lvl2pPr marL="0" indent="0">
              <a:buNone/>
              <a:defRPr lang="en-US" sz="1400" baseline="0" noProof="0" dirty="0">
                <a:solidFill>
                  <a:schemeClr val="bg1"/>
                </a:solidFill>
              </a:defRPr>
            </a:lvl2pPr>
            <a:lvl3pPr marL="0" indent="0">
              <a:spcBef>
                <a:spcPts val="600"/>
              </a:spcBef>
              <a:buNone/>
              <a:defRPr sz="1400">
                <a:solidFill>
                  <a:schemeClr val="bg1"/>
                </a:solidFill>
              </a:defRPr>
            </a:lvl3pPr>
            <a:lvl4pPr marL="0" indent="0">
              <a:spcBef>
                <a:spcPts val="600"/>
              </a:spcBef>
              <a:buNone/>
              <a:defRPr sz="1400">
                <a:solidFill>
                  <a:schemeClr val="bg1"/>
                </a:solidFill>
              </a:defRPr>
            </a:lvl4pPr>
            <a:lvl5pPr marL="0" indent="0">
              <a:spcBef>
                <a:spcPts val="600"/>
              </a:spcBef>
              <a:buNone/>
              <a:defRPr sz="1400">
                <a:solidFill>
                  <a:schemeClr val="bg1"/>
                </a:solidFill>
              </a:defRPr>
            </a:lvl5pPr>
            <a:lvl6pPr marL="0" indent="0">
              <a:lnSpc>
                <a:spcPct val="100000"/>
              </a:lnSpc>
              <a:spcBef>
                <a:spcPts val="600"/>
              </a:spcBef>
              <a:buNone/>
              <a:defRPr sz="1400">
                <a:solidFill>
                  <a:schemeClr val="bg1"/>
                </a:solidFill>
              </a:defRPr>
            </a:lvl6pPr>
            <a:lvl7pPr marL="0" indent="0">
              <a:spcBef>
                <a:spcPts val="600"/>
              </a:spcBef>
              <a:buNone/>
              <a:defRPr sz="1400">
                <a:solidFill>
                  <a:schemeClr val="bg1"/>
                </a:solidFill>
              </a:defRPr>
            </a:lvl7pPr>
            <a:lvl8pPr marL="0" indent="0">
              <a:lnSpc>
                <a:spcPct val="100000"/>
              </a:lnSpc>
              <a:spcBef>
                <a:spcPts val="600"/>
              </a:spcBef>
              <a:buNone/>
              <a:defRPr sz="1400">
                <a:solidFill>
                  <a:schemeClr val="bg1"/>
                </a:solidFill>
              </a:defRPr>
            </a:lvl8pPr>
            <a:lvl9pPr marL="0" indent="0">
              <a:lnSpc>
                <a:spcPct val="100000"/>
              </a:lnSpc>
              <a:spcBef>
                <a:spcPts val="600"/>
              </a:spcBef>
              <a:buNone/>
              <a:defRPr sz="1400">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p:txBody>
      </p:sp>
    </p:spTree>
    <p:extLst>
      <p:ext uri="{BB962C8B-B14F-4D97-AF65-F5344CB8AC3E}">
        <p14:creationId xmlns:p14="http://schemas.microsoft.com/office/powerpoint/2010/main" val="2641459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ue Graadient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C19695-391B-DA44-A38A-0745805811B8}"/>
              </a:ext>
            </a:extLst>
          </p:cNvPr>
          <p:cNvSpPr/>
          <p:nvPr userDrawn="1"/>
        </p:nvSpPr>
        <p:spPr>
          <a:xfrm>
            <a:off x="0" y="0"/>
            <a:ext cx="9144000" cy="5143500"/>
          </a:xfrm>
          <a:prstGeom prst="rect">
            <a:avLst/>
          </a:prstGeom>
          <a:gradFill flip="none" rotWithShape="1">
            <a:gsLst>
              <a:gs pos="65000">
                <a:schemeClr val="accent1"/>
              </a:gs>
              <a:gs pos="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378952" cy="621030"/>
          </a:xfrm>
        </p:spPr>
        <p:txBody>
          <a:bodyPr wrap="none">
            <a:noAutofit/>
          </a:bodyPr>
          <a:lstStyle>
            <a:lvl1pPr>
              <a:defRPr sz="2400">
                <a:solidFill>
                  <a:schemeClr val="bg1"/>
                </a:solidFill>
              </a:defRPr>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bg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bg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pic>
        <p:nvPicPr>
          <p:cNvPr id="15" name="Picture 14">
            <a:extLst>
              <a:ext uri="{FF2B5EF4-FFF2-40B4-BE49-F238E27FC236}">
                <a16:creationId xmlns:a16="http://schemas.microsoft.com/office/drawing/2014/main" id="{F70F4A04-9F09-BC4C-BCD8-015E0BC087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7734300" y="4751509"/>
            <a:ext cx="1029775" cy="221011"/>
          </a:xfrm>
          <a:prstGeom prst="rect">
            <a:avLst/>
          </a:prstGeom>
        </p:spPr>
      </p:pic>
    </p:spTree>
    <p:extLst>
      <p:ext uri="{BB962C8B-B14F-4D97-AF65-F5344CB8AC3E}">
        <p14:creationId xmlns:p14="http://schemas.microsoft.com/office/powerpoint/2010/main" val="7110360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B04ED9-CA93-3142-B4EC-8ED6F34D15E9}"/>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42" y="0"/>
            <a:ext cx="9143716" cy="5143500"/>
          </a:xfrm>
          <a:prstGeom prst="rect">
            <a:avLst/>
          </a:prstGeom>
        </p:spPr>
      </p:pic>
      <p:pic>
        <p:nvPicPr>
          <p:cNvPr id="7" name="Picture 6">
            <a:extLst>
              <a:ext uri="{FF2B5EF4-FFF2-40B4-BE49-F238E27FC236}">
                <a16:creationId xmlns:a16="http://schemas.microsoft.com/office/drawing/2014/main" id="{CB22C87B-454A-5546-8346-08CD9A74FE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7734300" y="4693634"/>
            <a:ext cx="1029775" cy="221011"/>
          </a:xfrm>
          <a:prstGeom prst="rect">
            <a:avLst/>
          </a:prstGeom>
        </p:spPr>
      </p:pic>
      <p:sp>
        <p:nvSpPr>
          <p:cNvPr id="14" name="Title 1">
            <a:extLst>
              <a:ext uri="{FF2B5EF4-FFF2-40B4-BE49-F238E27FC236}">
                <a16:creationId xmlns:a16="http://schemas.microsoft.com/office/drawing/2014/main" id="{63D68EAA-2800-2247-8628-ED1190D00080}"/>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15" name="Straight Connector 14">
            <a:extLst>
              <a:ext uri="{FF2B5EF4-FFF2-40B4-BE49-F238E27FC236}">
                <a16:creationId xmlns:a16="http://schemas.microsoft.com/office/drawing/2014/main" id="{F15D67C1-E5E2-DA4B-B9CA-F4770AE7E188}"/>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549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 Slide 3">
    <p:spTree>
      <p:nvGrpSpPr>
        <p:cNvPr id="1" name=""/>
        <p:cNvGrpSpPr/>
        <p:nvPr/>
      </p:nvGrpSpPr>
      <p:grpSpPr>
        <a:xfrm>
          <a:off x="0" y="0"/>
          <a:ext cx="0" cy="0"/>
          <a:chOff x="0" y="0"/>
          <a:chExt cx="0" cy="0"/>
        </a:xfrm>
      </p:grpSpPr>
      <p:pic>
        <p:nvPicPr>
          <p:cNvPr id="4" name="Picture 3" descr="A picture containing animal, bed, computer, sitting&#10;&#10;Description automatically generated">
            <a:extLst>
              <a:ext uri="{FF2B5EF4-FFF2-40B4-BE49-F238E27FC236}">
                <a16:creationId xmlns:a16="http://schemas.microsoft.com/office/drawing/2014/main" id="{A1136187-A332-734A-993D-A693410B0D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a:solidFill>
            <a:srgbClr val="0A0C40"/>
          </a:solidFill>
        </p:spPr>
      </p:pic>
      <p:pic>
        <p:nvPicPr>
          <p:cNvPr id="8" name="Picture 7">
            <a:extLst>
              <a:ext uri="{FF2B5EF4-FFF2-40B4-BE49-F238E27FC236}">
                <a16:creationId xmlns:a16="http://schemas.microsoft.com/office/drawing/2014/main" id="{FF0D9D5E-4D2E-CA4D-AD11-F48A3C1E8D6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7734300" y="4693634"/>
            <a:ext cx="1029775" cy="221011"/>
          </a:xfrm>
          <a:prstGeom prst="rect">
            <a:avLst/>
          </a:prstGeom>
        </p:spPr>
      </p:pic>
      <p:sp>
        <p:nvSpPr>
          <p:cNvPr id="7" name="Title 1">
            <a:extLst>
              <a:ext uri="{FF2B5EF4-FFF2-40B4-BE49-F238E27FC236}">
                <a16:creationId xmlns:a16="http://schemas.microsoft.com/office/drawing/2014/main" id="{AAAFF55D-6D18-1F44-A693-04D09308D0F7}"/>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9" name="Straight Connector 8">
            <a:extLst>
              <a:ext uri="{FF2B5EF4-FFF2-40B4-BE49-F238E27FC236}">
                <a16:creationId xmlns:a16="http://schemas.microsoft.com/office/drawing/2014/main" id="{1F7C825B-B4FF-FF40-84F6-962714FC3A43}"/>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85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580102-CAD4-A748-BD95-3E5812A2AD6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0800000">
            <a:off x="1928" y="-3"/>
            <a:ext cx="9142072" cy="5143501"/>
          </a:xfrm>
          <a:prstGeom prst="rect">
            <a:avLst/>
          </a:prstGeom>
        </p:spPr>
      </p:pic>
      <p:pic>
        <p:nvPicPr>
          <p:cNvPr id="6" name="Picture 5">
            <a:extLst>
              <a:ext uri="{FF2B5EF4-FFF2-40B4-BE49-F238E27FC236}">
                <a16:creationId xmlns:a16="http://schemas.microsoft.com/office/drawing/2014/main" id="{74AF8623-17CF-6240-8EE3-A38651F2E38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7734300" y="4693634"/>
            <a:ext cx="1029775" cy="221011"/>
          </a:xfrm>
          <a:prstGeom prst="rect">
            <a:avLst/>
          </a:prstGeom>
        </p:spPr>
      </p:pic>
      <p:sp>
        <p:nvSpPr>
          <p:cNvPr id="8" name="Title 1">
            <a:extLst>
              <a:ext uri="{FF2B5EF4-FFF2-40B4-BE49-F238E27FC236}">
                <a16:creationId xmlns:a16="http://schemas.microsoft.com/office/drawing/2014/main" id="{5210EB9E-64BF-9644-B205-F00F04A6F5DA}"/>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9" name="Straight Connector 8">
            <a:extLst>
              <a:ext uri="{FF2B5EF4-FFF2-40B4-BE49-F238E27FC236}">
                <a16:creationId xmlns:a16="http://schemas.microsoft.com/office/drawing/2014/main" id="{010DD0DB-372F-554C-AC14-50A4A4866945}"/>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42761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91B630-BDD5-844D-9F57-E0F3DA8DE29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738551" y="4351664"/>
            <a:ext cx="2024449" cy="430734"/>
          </a:xfrm>
          <a:prstGeom prst="rect">
            <a:avLst/>
          </a:prstGeom>
        </p:spPr>
      </p:pic>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5358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91B630-BDD5-844D-9F57-E0F3DA8DE29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10377" y="4353665"/>
            <a:ext cx="2024449" cy="430734"/>
          </a:xfrm>
          <a:prstGeom prst="rect">
            <a:avLst/>
          </a:prstGeom>
        </p:spPr>
      </p:pic>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E43575F0-2D79-7E43-8455-55C88625BB96}"/>
              </a:ext>
            </a:extLst>
          </p:cNvPr>
          <p:cNvSpPr>
            <a:spLocks noGrp="1"/>
          </p:cNvSpPr>
          <p:nvPr>
            <p:ph type="pic" sz="quarter" idx="13" hasCustomPrompt="1"/>
          </p:nvPr>
        </p:nvSpPr>
        <p:spPr>
          <a:xfrm>
            <a:off x="6950877" y="4212509"/>
            <a:ext cx="1812123" cy="614672"/>
          </a:xfrm>
        </p:spPr>
        <p:txBody>
          <a:bodyPr anchor="ctr" anchorCtr="0">
            <a:normAutofit/>
          </a:bodyPr>
          <a:lstStyle>
            <a:lvl1pPr algn="ctr">
              <a:defRPr sz="1200">
                <a:solidFill>
                  <a:schemeClr val="bg1"/>
                </a:solidFill>
              </a:defRPr>
            </a:lvl1pPr>
          </a:lstStyle>
          <a:p>
            <a:r>
              <a:rPr lang="en-US"/>
              <a:t>Client/Partner Logo Here</a:t>
            </a:r>
          </a:p>
        </p:txBody>
      </p:sp>
    </p:spTree>
    <p:extLst>
      <p:ext uri="{BB962C8B-B14F-4D97-AF65-F5344CB8AC3E}">
        <p14:creationId xmlns:p14="http://schemas.microsoft.com/office/powerpoint/2010/main" val="33938137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hank You + White BG">
    <p:bg>
      <p:bgRef idx="1001">
        <a:schemeClr val="bg2"/>
      </p:bgRef>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DBFD3179-5709-AE4F-A788-E4498F3E161A}"/>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7" name="Text Placeholder 4">
            <a:extLst>
              <a:ext uri="{FF2B5EF4-FFF2-40B4-BE49-F238E27FC236}">
                <a16:creationId xmlns:a16="http://schemas.microsoft.com/office/drawing/2014/main" id="{9506C890-9727-1D43-B575-700E7811631D}"/>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9" name="Title 1">
            <a:extLst>
              <a:ext uri="{FF2B5EF4-FFF2-40B4-BE49-F238E27FC236}">
                <a16:creationId xmlns:a16="http://schemas.microsoft.com/office/drawing/2014/main" id="{E53485B7-9363-D842-9596-0299E998A58C}"/>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2" name="Straight Connector 11">
            <a:extLst>
              <a:ext uri="{FF2B5EF4-FFF2-40B4-BE49-F238E27FC236}">
                <a16:creationId xmlns:a16="http://schemas.microsoft.com/office/drawing/2014/main" id="{082CA94C-BBE0-1846-921C-E1AFFD0BB14A}"/>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sign&#10;&#10;Description automatically generated">
            <a:extLst>
              <a:ext uri="{FF2B5EF4-FFF2-40B4-BE49-F238E27FC236}">
                <a16:creationId xmlns:a16="http://schemas.microsoft.com/office/drawing/2014/main" id="{C2914087-A4EF-E640-A3E0-574DF86EFCB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91441" y="4114800"/>
            <a:ext cx="2509524" cy="908465"/>
          </a:xfrm>
          <a:prstGeom prst="rect">
            <a:avLst/>
          </a:prstGeom>
        </p:spPr>
      </p:pic>
    </p:spTree>
    <p:extLst>
      <p:ext uri="{BB962C8B-B14F-4D97-AF65-F5344CB8AC3E}">
        <p14:creationId xmlns:p14="http://schemas.microsoft.com/office/powerpoint/2010/main" val="1764225735"/>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6950877" y="4212509"/>
            <a:ext cx="1812123" cy="614672"/>
          </a:xfrm>
        </p:spPr>
        <p:txBody>
          <a:bodyPr anchor="ctr" anchorCtr="0">
            <a:normAutofit/>
          </a:bodyPr>
          <a:lstStyle>
            <a:lvl1pPr algn="ctr">
              <a:defRPr sz="1200"/>
            </a:lvl1pPr>
          </a:lstStyle>
          <a:p>
            <a:r>
              <a:rPr lang="en-US"/>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69237" y="4114800"/>
            <a:ext cx="2509524" cy="908465"/>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53402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ch Background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F363CBB-0CE6-524D-A91E-F704F804A718}"/>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42" y="0"/>
            <a:ext cx="9143716" cy="5143500"/>
          </a:xfrm>
          <a:prstGeom prst="rect">
            <a:avLst/>
          </a:prstGeom>
        </p:spPr>
      </p:pic>
    </p:spTree>
    <p:extLst>
      <p:ext uri="{BB962C8B-B14F-4D97-AF65-F5344CB8AC3E}">
        <p14:creationId xmlns:p14="http://schemas.microsoft.com/office/powerpoint/2010/main" val="7758777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ch Background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animal, bed, computer, sitting&#10;&#10;Description automatically generated">
            <a:extLst>
              <a:ext uri="{FF2B5EF4-FFF2-40B4-BE49-F238E27FC236}">
                <a16:creationId xmlns:a16="http://schemas.microsoft.com/office/drawing/2014/main" id="{AFD0E892-AD84-1E4B-88EE-D37B1E173C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95"/>
            <a:ext cx="9144000" cy="5142510"/>
          </a:xfrm>
          <a:prstGeom prst="rect">
            <a:avLst/>
          </a:prstGeom>
        </p:spPr>
      </p:pic>
    </p:spTree>
    <p:extLst>
      <p:ext uri="{BB962C8B-B14F-4D97-AF65-F5344CB8AC3E}">
        <p14:creationId xmlns:p14="http://schemas.microsoft.com/office/powerpoint/2010/main" val="3870647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ch Background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4672F0-3606-864E-B5C6-3D3E01E37D5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8" y="0"/>
            <a:ext cx="9160462" cy="5143500"/>
          </a:xfrm>
          <a:prstGeom prst="rect">
            <a:avLst/>
          </a:prstGeom>
        </p:spPr>
      </p:pic>
    </p:spTree>
    <p:extLst>
      <p:ext uri="{BB962C8B-B14F-4D97-AF65-F5344CB8AC3E}">
        <p14:creationId xmlns:p14="http://schemas.microsoft.com/office/powerpoint/2010/main" val="29520531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lue Gradient Background">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59974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Blue Gradient Single Line Tit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C9A73B0-41F0-3E40-BF14-EF98B7C21B95}"/>
              </a:ext>
            </a:extLst>
          </p:cNvPr>
          <p:cNvSpPr>
            <a:spLocks noGrp="1"/>
          </p:cNvSpPr>
          <p:nvPr>
            <p:ph type="ctrTitle" hasCustomPrompt="1"/>
          </p:nvPr>
        </p:nvSpPr>
        <p:spPr bwMode="white">
          <a:xfrm>
            <a:off x="414164"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6" name="Straight Connector 15">
            <a:extLst>
              <a:ext uri="{FF2B5EF4-FFF2-40B4-BE49-F238E27FC236}">
                <a16:creationId xmlns:a16="http://schemas.microsoft.com/office/drawing/2014/main" id="{87F69DE6-F71B-D441-B24C-6419119B82AF}"/>
              </a:ext>
            </a:extLst>
          </p:cNvPr>
          <p:cNvCxnSpPr>
            <a:cxnSpLocks/>
          </p:cNvCxnSpPr>
          <p:nvPr userDrawn="1"/>
        </p:nvCxnSpPr>
        <p:spPr bwMode="white">
          <a:xfrm flipH="1">
            <a:off x="392898"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6">
            <a:extLst>
              <a:ext uri="{FF2B5EF4-FFF2-40B4-BE49-F238E27FC236}">
                <a16:creationId xmlns:a16="http://schemas.microsoft.com/office/drawing/2014/main" id="{1A4128D7-098B-8241-92AE-59B6A868927D}"/>
              </a:ext>
            </a:extLst>
          </p:cNvPr>
          <p:cNvSpPr>
            <a:spLocks noGrp="1"/>
          </p:cNvSpPr>
          <p:nvPr>
            <p:ph type="body" sz="quarter" idx="12" hasCustomPrompt="1"/>
          </p:nvPr>
        </p:nvSpPr>
        <p:spPr>
          <a:xfrm>
            <a:off x="414164" y="2452018"/>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594" indent="0">
              <a:buNone/>
              <a:defRPr/>
            </a:lvl3pPr>
          </a:lstStyle>
          <a:p>
            <a:pPr lvl="0"/>
            <a:r>
              <a:rPr lang="en-US"/>
              <a:t>Speaker’s Full Name or Subtitle</a:t>
            </a:r>
          </a:p>
        </p:txBody>
      </p:sp>
      <p:sp>
        <p:nvSpPr>
          <p:cNvPr id="18" name="Text Placeholder 20">
            <a:extLst>
              <a:ext uri="{FF2B5EF4-FFF2-40B4-BE49-F238E27FC236}">
                <a16:creationId xmlns:a16="http://schemas.microsoft.com/office/drawing/2014/main" id="{7D1D9E52-6107-5745-AA3C-C0D5178E14A6}"/>
              </a:ext>
            </a:extLst>
          </p:cNvPr>
          <p:cNvSpPr>
            <a:spLocks noGrp="1"/>
          </p:cNvSpPr>
          <p:nvPr>
            <p:ph type="body" sz="quarter" idx="13" hasCustomPrompt="1"/>
          </p:nvPr>
        </p:nvSpPr>
        <p:spPr>
          <a:xfrm>
            <a:off x="414164" y="3206950"/>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9" name="Footer Placeholder 8">
            <a:extLst>
              <a:ext uri="{FF2B5EF4-FFF2-40B4-BE49-F238E27FC236}">
                <a16:creationId xmlns:a16="http://schemas.microsoft.com/office/drawing/2014/main" id="{9E44F99F-797E-744C-A7A6-9DCFEF3F8DD3}"/>
              </a:ext>
            </a:extLst>
          </p:cNvPr>
          <p:cNvSpPr>
            <a:spLocks noGrp="1"/>
          </p:cNvSpPr>
          <p:nvPr>
            <p:ph type="ftr" sz="quarter" idx="3"/>
          </p:nvPr>
        </p:nvSpPr>
        <p:spPr>
          <a:xfrm>
            <a:off x="381000" y="4695412"/>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87" y="366048"/>
            <a:ext cx="3008265" cy="640080"/>
          </a:xfrm>
          <a:prstGeom prst="rect">
            <a:avLst/>
          </a:prstGeom>
        </p:spPr>
      </p:pic>
    </p:spTree>
    <p:extLst>
      <p:ext uri="{BB962C8B-B14F-4D97-AF65-F5344CB8AC3E}">
        <p14:creationId xmlns:p14="http://schemas.microsoft.com/office/powerpoint/2010/main" val="4173867673"/>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Blue Graphic Sing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396"/>
            <a:ext cx="9144000" cy="5146293"/>
          </a:xfrm>
          <a:prstGeom prst="rect">
            <a:avLst/>
          </a:prstGeom>
        </p:spPr>
      </p:pic>
      <p:sp>
        <p:nvSpPr>
          <p:cNvPr id="2" name="Rectangle 1">
            <a:extLst>
              <a:ext uri="{FF2B5EF4-FFF2-40B4-BE49-F238E27FC236}">
                <a16:creationId xmlns:a16="http://schemas.microsoft.com/office/drawing/2014/main" id="{C638E5F3-76E5-C042-960D-4D3913A473AF}"/>
              </a:ext>
            </a:extLst>
          </p:cNvPr>
          <p:cNvSpPr/>
          <p:nvPr userDrawn="1"/>
        </p:nvSpPr>
        <p:spPr>
          <a:xfrm>
            <a:off x="0" y="0"/>
            <a:ext cx="9144000" cy="51435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331B7D22-96C5-D744-AB8D-7183965D3C96}"/>
              </a:ext>
            </a:extLst>
          </p:cNvPr>
          <p:cNvSpPr>
            <a:spLocks noGrp="1"/>
          </p:cNvSpPr>
          <p:nvPr>
            <p:ph type="ctrTitle" hasCustomPrompt="1"/>
          </p:nvPr>
        </p:nvSpPr>
        <p:spPr bwMode="white">
          <a:xfrm>
            <a:off x="414164"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2" name="Straight Connector 11">
            <a:extLst>
              <a:ext uri="{FF2B5EF4-FFF2-40B4-BE49-F238E27FC236}">
                <a16:creationId xmlns:a16="http://schemas.microsoft.com/office/drawing/2014/main" id="{EB22C6B8-2F6B-8947-A2A3-ED9E370F7326}"/>
              </a:ext>
            </a:extLst>
          </p:cNvPr>
          <p:cNvCxnSpPr>
            <a:cxnSpLocks/>
          </p:cNvCxnSpPr>
          <p:nvPr userDrawn="1"/>
        </p:nvCxnSpPr>
        <p:spPr bwMode="white">
          <a:xfrm flipH="1">
            <a:off x="392898"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9BC14C20-C069-724B-A635-DC1F5CCF8035}"/>
              </a:ext>
            </a:extLst>
          </p:cNvPr>
          <p:cNvSpPr>
            <a:spLocks noGrp="1"/>
          </p:cNvSpPr>
          <p:nvPr>
            <p:ph type="body" sz="quarter" idx="12" hasCustomPrompt="1"/>
          </p:nvPr>
        </p:nvSpPr>
        <p:spPr>
          <a:xfrm>
            <a:off x="414164" y="2452018"/>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594" indent="0">
              <a:buNone/>
              <a:defRPr/>
            </a:lvl3pPr>
          </a:lstStyle>
          <a:p>
            <a:pPr lvl="0"/>
            <a:r>
              <a:rPr lang="en-US"/>
              <a:t>Speaker’s Full Name or Subtitle</a:t>
            </a:r>
          </a:p>
        </p:txBody>
      </p:sp>
      <p:sp>
        <p:nvSpPr>
          <p:cNvPr id="14" name="Text Placeholder 20">
            <a:extLst>
              <a:ext uri="{FF2B5EF4-FFF2-40B4-BE49-F238E27FC236}">
                <a16:creationId xmlns:a16="http://schemas.microsoft.com/office/drawing/2014/main" id="{939A0796-1F5C-6743-A1D0-11A18609B23E}"/>
              </a:ext>
            </a:extLst>
          </p:cNvPr>
          <p:cNvSpPr>
            <a:spLocks noGrp="1"/>
          </p:cNvSpPr>
          <p:nvPr>
            <p:ph type="body" sz="quarter" idx="13" hasCustomPrompt="1"/>
          </p:nvPr>
        </p:nvSpPr>
        <p:spPr>
          <a:xfrm>
            <a:off x="414164" y="3206950"/>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5" name="Footer Placeholder 8">
            <a:extLst>
              <a:ext uri="{FF2B5EF4-FFF2-40B4-BE49-F238E27FC236}">
                <a16:creationId xmlns:a16="http://schemas.microsoft.com/office/drawing/2014/main" id="{0B9CC9C9-D971-3041-A81C-BA9E6B2248B4}"/>
              </a:ext>
            </a:extLst>
          </p:cNvPr>
          <p:cNvSpPr>
            <a:spLocks noGrp="1"/>
          </p:cNvSpPr>
          <p:nvPr>
            <p:ph type="ftr" sz="quarter" idx="3"/>
          </p:nvPr>
        </p:nvSpPr>
        <p:spPr>
          <a:xfrm>
            <a:off x="381000" y="4695412"/>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pic>
        <p:nvPicPr>
          <p:cNvPr id="18" name="Pictur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2887" y="366048"/>
            <a:ext cx="3008265" cy="640080"/>
          </a:xfrm>
          <a:prstGeom prst="rect">
            <a:avLst/>
          </a:prstGeom>
        </p:spPr>
      </p:pic>
    </p:spTree>
    <p:extLst>
      <p:ext uri="{BB962C8B-B14F-4D97-AF65-F5344CB8AC3E}">
        <p14:creationId xmlns:p14="http://schemas.microsoft.com/office/powerpoint/2010/main" val="38626804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White Cover + Client Logo_Single">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3514013" y="306716"/>
            <a:ext cx="2777457" cy="614363"/>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414164" y="1838266"/>
            <a:ext cx="8348837"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5" name="Straight Connector 14">
            <a:extLst>
              <a:ext uri="{FF2B5EF4-FFF2-40B4-BE49-F238E27FC236}">
                <a16:creationId xmlns:a16="http://schemas.microsoft.com/office/drawing/2014/main" id="{2E88B880-0C43-D846-8830-8FD4A742FB42}"/>
              </a:ext>
            </a:extLst>
          </p:cNvPr>
          <p:cNvCxnSpPr>
            <a:cxnSpLocks/>
          </p:cNvCxnSpPr>
          <p:nvPr userDrawn="1"/>
        </p:nvCxnSpPr>
        <p:spPr bwMode="white">
          <a:xfrm flipH="1">
            <a:off x="392898"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414164" y="2452018"/>
            <a:ext cx="8327698" cy="406477"/>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594" indent="0">
              <a:buNone/>
              <a:defRPr/>
            </a:lvl3pPr>
          </a:lstStyle>
          <a:p>
            <a:pPr lvl="0"/>
            <a:r>
              <a:rPr lang="en-US"/>
              <a:t>Speaker’s Full Name or Subtitle</a:t>
            </a:r>
          </a:p>
        </p:txBody>
      </p:sp>
      <p:sp>
        <p:nvSpPr>
          <p:cNvPr id="17" name="Text Placeholder 20">
            <a:extLst>
              <a:ext uri="{FF2B5EF4-FFF2-40B4-BE49-F238E27FC236}">
                <a16:creationId xmlns:a16="http://schemas.microsoft.com/office/drawing/2014/main" id="{D30C681C-64D6-E149-9987-42CE9688ABC2}"/>
              </a:ext>
            </a:extLst>
          </p:cNvPr>
          <p:cNvSpPr>
            <a:spLocks noGrp="1"/>
          </p:cNvSpPr>
          <p:nvPr>
            <p:ph type="body" sz="quarter" idx="13" hasCustomPrompt="1"/>
          </p:nvPr>
        </p:nvSpPr>
        <p:spPr>
          <a:xfrm>
            <a:off x="414164" y="3206950"/>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381000" y="4695412"/>
            <a:ext cx="4572000" cy="187241"/>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5075414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White Cover + Client Logo_Double Line">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1BCDCE1-35CA-004E-8A2B-18D80E76E3AE}"/>
              </a:ext>
            </a:extLst>
          </p:cNvPr>
          <p:cNvCxnSpPr>
            <a:cxnSpLocks/>
          </p:cNvCxnSpPr>
          <p:nvPr userDrawn="1"/>
        </p:nvCxnSpPr>
        <p:spPr>
          <a:xfrm flipV="1">
            <a:off x="3111568" y="572798"/>
            <a:ext cx="0" cy="649228"/>
          </a:xfrm>
          <a:prstGeom prst="line">
            <a:avLst/>
          </a:prstGeom>
          <a:ln w="1905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sp>
        <p:nvSpPr>
          <p:cNvPr id="11" name="Picture Placeholder 3">
            <a:extLst>
              <a:ext uri="{FF2B5EF4-FFF2-40B4-BE49-F238E27FC236}">
                <a16:creationId xmlns:a16="http://schemas.microsoft.com/office/drawing/2014/main" id="{2A573C84-40C4-8C40-AA0B-78E1756B2B15}"/>
              </a:ext>
            </a:extLst>
          </p:cNvPr>
          <p:cNvSpPr>
            <a:spLocks noGrp="1"/>
          </p:cNvSpPr>
          <p:nvPr>
            <p:ph type="pic" sz="quarter" idx="14" hasCustomPrompt="1"/>
          </p:nvPr>
        </p:nvSpPr>
        <p:spPr>
          <a:xfrm>
            <a:off x="3514013" y="306716"/>
            <a:ext cx="2777457" cy="614363"/>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2" name="Title 1">
            <a:extLst>
              <a:ext uri="{FF2B5EF4-FFF2-40B4-BE49-F238E27FC236}">
                <a16:creationId xmlns:a16="http://schemas.microsoft.com/office/drawing/2014/main" id="{700CE5C8-92DF-234A-BCE9-4D8228A620AA}"/>
              </a:ext>
            </a:extLst>
          </p:cNvPr>
          <p:cNvSpPr>
            <a:spLocks noGrp="1"/>
          </p:cNvSpPr>
          <p:nvPr>
            <p:ph type="ctrTitle" hasCustomPrompt="1"/>
          </p:nvPr>
        </p:nvSpPr>
        <p:spPr bwMode="white">
          <a:xfrm>
            <a:off x="414164" y="1561267"/>
            <a:ext cx="8348837" cy="1107996"/>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Double Line Title Here</a:t>
            </a:r>
            <a:br>
              <a:rPr lang="en-US"/>
            </a:br>
            <a:r>
              <a:rPr lang="en-US"/>
              <a:t>Double Line Title Here</a:t>
            </a:r>
          </a:p>
        </p:txBody>
      </p:sp>
      <p:cxnSp>
        <p:nvCxnSpPr>
          <p:cNvPr id="13" name="Straight Connector 12">
            <a:extLst>
              <a:ext uri="{FF2B5EF4-FFF2-40B4-BE49-F238E27FC236}">
                <a16:creationId xmlns:a16="http://schemas.microsoft.com/office/drawing/2014/main" id="{662BF120-174E-F14D-A8E6-DB694BF08E0D}"/>
              </a:ext>
            </a:extLst>
          </p:cNvPr>
          <p:cNvCxnSpPr>
            <a:cxnSpLocks/>
          </p:cNvCxnSpPr>
          <p:nvPr userDrawn="1"/>
        </p:nvCxnSpPr>
        <p:spPr bwMode="white">
          <a:xfrm flipH="1">
            <a:off x="392898"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 Placeholder 6">
            <a:extLst>
              <a:ext uri="{FF2B5EF4-FFF2-40B4-BE49-F238E27FC236}">
                <a16:creationId xmlns:a16="http://schemas.microsoft.com/office/drawing/2014/main" id="{428A13C9-C291-9B4A-83A8-715B7AC0FB45}"/>
              </a:ext>
            </a:extLst>
          </p:cNvPr>
          <p:cNvSpPr>
            <a:spLocks noGrp="1"/>
          </p:cNvSpPr>
          <p:nvPr>
            <p:ph type="body" sz="quarter" idx="12" hasCustomPrompt="1"/>
          </p:nvPr>
        </p:nvSpPr>
        <p:spPr>
          <a:xfrm>
            <a:off x="414164" y="2730313"/>
            <a:ext cx="8327698" cy="406477"/>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594" indent="0">
              <a:buNone/>
              <a:defRPr/>
            </a:lvl3pPr>
          </a:lstStyle>
          <a:p>
            <a:pPr lvl="0"/>
            <a:r>
              <a:rPr lang="en-US"/>
              <a:t>Speaker’s Full Name or Subtitle</a:t>
            </a:r>
          </a:p>
        </p:txBody>
      </p:sp>
      <p:sp>
        <p:nvSpPr>
          <p:cNvPr id="16" name="Text Placeholder 20">
            <a:extLst>
              <a:ext uri="{FF2B5EF4-FFF2-40B4-BE49-F238E27FC236}">
                <a16:creationId xmlns:a16="http://schemas.microsoft.com/office/drawing/2014/main" id="{09653D53-CFCB-F64B-AB0E-8B1239B019D7}"/>
              </a:ext>
            </a:extLst>
          </p:cNvPr>
          <p:cNvSpPr>
            <a:spLocks noGrp="1"/>
          </p:cNvSpPr>
          <p:nvPr>
            <p:ph type="body" sz="quarter" idx="13" hasCustomPrompt="1"/>
          </p:nvPr>
        </p:nvSpPr>
        <p:spPr>
          <a:xfrm>
            <a:off x="414164" y="3485245"/>
            <a:ext cx="8324523" cy="254000"/>
          </a:xfrm>
        </p:spPr>
        <p:txBody>
          <a:bodyPr anchor="ctr" anchorCtr="0">
            <a:normAutofit/>
          </a:bodyPr>
          <a:lstStyle>
            <a:lvl1pPr>
              <a:defRPr sz="1600">
                <a:solidFill>
                  <a:schemeClr val="accent4"/>
                </a:solidFill>
              </a:defRPr>
            </a:lvl1pPr>
          </a:lstStyle>
          <a:p>
            <a:r>
              <a:rPr lang="en-US"/>
              <a:t>Speaker title and/or date</a:t>
            </a:r>
          </a:p>
        </p:txBody>
      </p:sp>
      <p:sp>
        <p:nvSpPr>
          <p:cNvPr id="17" name="Footer Placeholder 8">
            <a:extLst>
              <a:ext uri="{FF2B5EF4-FFF2-40B4-BE49-F238E27FC236}">
                <a16:creationId xmlns:a16="http://schemas.microsoft.com/office/drawing/2014/main" id="{6E1D5D37-263A-134E-A978-EABB8ACB44A2}"/>
              </a:ext>
            </a:extLst>
          </p:cNvPr>
          <p:cNvSpPr>
            <a:spLocks noGrp="1"/>
          </p:cNvSpPr>
          <p:nvPr>
            <p:ph type="ftr" sz="quarter" idx="3"/>
          </p:nvPr>
        </p:nvSpPr>
        <p:spPr>
          <a:xfrm>
            <a:off x="381000" y="4695412"/>
            <a:ext cx="4572000" cy="187241"/>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Tree>
    <p:extLst>
      <p:ext uri="{BB962C8B-B14F-4D97-AF65-F5344CB8AC3E}">
        <p14:creationId xmlns:p14="http://schemas.microsoft.com/office/powerpoint/2010/main" val="3063303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ain Layout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10" name="Content Placeholder 9">
            <a:extLst>
              <a:ext uri="{FF2B5EF4-FFF2-40B4-BE49-F238E27FC236}">
                <a16:creationId xmlns:a16="http://schemas.microsoft.com/office/drawing/2014/main" id="{C938DDBF-3A18-FC4C-9433-65FAE5265169}"/>
              </a:ext>
            </a:extLst>
          </p:cNvPr>
          <p:cNvSpPr>
            <a:spLocks noGrp="1"/>
          </p:cNvSpPr>
          <p:nvPr>
            <p:ph sz="quarter" idx="13"/>
          </p:nvPr>
        </p:nvSpPr>
        <p:spPr>
          <a:xfrm>
            <a:off x="381000" y="1162051"/>
            <a:ext cx="8417052" cy="331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2"/>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3132138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2"/>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11" name="Content Placeholder 2">
            <a:extLst>
              <a:ext uri="{FF2B5EF4-FFF2-40B4-BE49-F238E27FC236}">
                <a16:creationId xmlns:a16="http://schemas.microsoft.com/office/drawing/2014/main" id="{97462C10-2E2B-9246-8923-A71FA9D87C88}"/>
              </a:ext>
            </a:extLst>
          </p:cNvPr>
          <p:cNvSpPr>
            <a:spLocks noGrp="1"/>
          </p:cNvSpPr>
          <p:nvPr>
            <p:ph idx="1"/>
          </p:nvPr>
        </p:nvSpPr>
        <p:spPr>
          <a:xfrm>
            <a:off x="384049"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7DE6069-021D-AC40-B1ED-C63CD3B48D1C}"/>
              </a:ext>
            </a:extLst>
          </p:cNvPr>
          <p:cNvSpPr>
            <a:spLocks noGrp="1"/>
          </p:cNvSpPr>
          <p:nvPr>
            <p:ph idx="13"/>
          </p:nvPr>
        </p:nvSpPr>
        <p:spPr>
          <a:xfrm>
            <a:off x="4733287"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19459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2"/>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7" name="Content Placeholder 2">
            <a:extLst>
              <a:ext uri="{FF2B5EF4-FFF2-40B4-BE49-F238E27FC236}">
                <a16:creationId xmlns:a16="http://schemas.microsoft.com/office/drawing/2014/main" id="{B5626B74-7C61-A145-BD70-21148590E430}"/>
              </a:ext>
            </a:extLst>
          </p:cNvPr>
          <p:cNvSpPr>
            <a:spLocks noGrp="1"/>
          </p:cNvSpPr>
          <p:nvPr>
            <p:ph sz="half" idx="1"/>
          </p:nvPr>
        </p:nvSpPr>
        <p:spPr>
          <a:xfrm>
            <a:off x="384048"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0D149372-F04D-CC48-8B4F-76F0320F37B7}"/>
              </a:ext>
            </a:extLst>
          </p:cNvPr>
          <p:cNvSpPr>
            <a:spLocks noGrp="1"/>
          </p:cNvSpPr>
          <p:nvPr>
            <p:ph sz="half" idx="2"/>
          </p:nvPr>
        </p:nvSpPr>
        <p:spPr>
          <a:xfrm>
            <a:off x="3232404"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6548ADF5-6624-B449-B0AB-E8FDF55A3B8B}"/>
              </a:ext>
            </a:extLst>
          </p:cNvPr>
          <p:cNvSpPr>
            <a:spLocks noGrp="1"/>
          </p:cNvSpPr>
          <p:nvPr>
            <p:ph sz="half" idx="13"/>
          </p:nvPr>
        </p:nvSpPr>
        <p:spPr>
          <a:xfrm>
            <a:off x="6080760"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43854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C19695-391B-DA44-A38A-0745805811B8}"/>
              </a:ext>
            </a:extLst>
          </p:cNvPr>
          <p:cNvSpPr/>
          <p:nvPr userDrawn="1"/>
        </p:nvSpPr>
        <p:spPr>
          <a:xfrm>
            <a:off x="0" y="0"/>
            <a:ext cx="9144000" cy="5143500"/>
          </a:xfrm>
          <a:prstGeom prst="rect">
            <a:avLst/>
          </a:prstGeom>
          <a:gradFill flip="none" rotWithShape="1">
            <a:gsLst>
              <a:gs pos="65000">
                <a:schemeClr val="accent1"/>
              </a:gs>
              <a:gs pos="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378952" cy="621030"/>
          </a:xfrm>
        </p:spPr>
        <p:txBody>
          <a:bodyPr wrap="none">
            <a:noAutofit/>
          </a:bodyPr>
          <a:lstStyle>
            <a:lvl1pPr>
              <a:defRPr sz="2400">
                <a:solidFill>
                  <a:schemeClr val="bg1"/>
                </a:solidFill>
              </a:defRPr>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2"/>
            <a:ext cx="4572000" cy="187241"/>
          </a:xfrm>
          <a:prstGeom prst="rect">
            <a:avLst/>
          </a:prstGeom>
        </p:spPr>
        <p:txBody>
          <a:bodyPr vert="horz" lIns="0" tIns="0" rIns="0" bIns="0" rtlCol="0" anchor="b" anchorCtr="0"/>
          <a:lstStyle>
            <a:lvl1pPr algn="l">
              <a:defRPr sz="800">
                <a:solidFill>
                  <a:schemeClr val="bg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bg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
        <p:nvSpPr>
          <p:cNvPr id="18" name="Content Placeholder 2">
            <a:extLst>
              <a:ext uri="{FF2B5EF4-FFF2-40B4-BE49-F238E27FC236}">
                <a16:creationId xmlns:a16="http://schemas.microsoft.com/office/drawing/2014/main" id="{FAEC6B79-D329-DE46-B777-F072288C8C0F}"/>
              </a:ext>
            </a:extLst>
          </p:cNvPr>
          <p:cNvSpPr>
            <a:spLocks noGrp="1"/>
          </p:cNvSpPr>
          <p:nvPr>
            <p:ph idx="1" hasCustomPrompt="1"/>
          </p:nvPr>
        </p:nvSpPr>
        <p:spPr>
          <a:xfrm>
            <a:off x="377952" y="1111401"/>
            <a:ext cx="8385048" cy="3319272"/>
          </a:xfrm>
          <a:prstGeom prst="rect">
            <a:avLst/>
          </a:prstGeom>
        </p:spPr>
        <p:txBody>
          <a:bodyPr vert="horz" lIns="0" tIns="0" rIns="0" bIns="0" rtlCol="0">
            <a:normAutofit/>
          </a:bodyPr>
          <a:lstStyle>
            <a:lvl1pPr marL="283457" indent="-283457">
              <a:buFont typeface="+mj-lt"/>
              <a:buAutoNum type="arabicPeriod"/>
              <a:defRPr>
                <a:solidFill>
                  <a:schemeClr val="bg1"/>
                </a:solidFill>
              </a:defRPr>
            </a:lvl1pPr>
            <a:lvl2pPr marL="0" indent="0">
              <a:buNone/>
              <a:defRPr lang="en-US" sz="1400" baseline="0" noProof="0" dirty="0">
                <a:solidFill>
                  <a:schemeClr val="bg1"/>
                </a:solidFill>
              </a:defRPr>
            </a:lvl2pPr>
            <a:lvl3pPr marL="0" indent="0">
              <a:spcBef>
                <a:spcPts val="600"/>
              </a:spcBef>
              <a:buNone/>
              <a:defRPr sz="1400">
                <a:solidFill>
                  <a:schemeClr val="bg1"/>
                </a:solidFill>
              </a:defRPr>
            </a:lvl3pPr>
            <a:lvl4pPr marL="0" indent="0">
              <a:spcBef>
                <a:spcPts val="600"/>
              </a:spcBef>
              <a:buNone/>
              <a:defRPr sz="1400">
                <a:solidFill>
                  <a:schemeClr val="bg1"/>
                </a:solidFill>
              </a:defRPr>
            </a:lvl4pPr>
            <a:lvl5pPr marL="0" indent="0">
              <a:spcBef>
                <a:spcPts val="600"/>
              </a:spcBef>
              <a:buNone/>
              <a:defRPr sz="1400">
                <a:solidFill>
                  <a:schemeClr val="bg1"/>
                </a:solidFill>
              </a:defRPr>
            </a:lvl5pPr>
            <a:lvl6pPr marL="0" indent="0">
              <a:lnSpc>
                <a:spcPct val="100000"/>
              </a:lnSpc>
              <a:spcBef>
                <a:spcPts val="600"/>
              </a:spcBef>
              <a:buNone/>
              <a:defRPr sz="1400">
                <a:solidFill>
                  <a:schemeClr val="bg1"/>
                </a:solidFill>
              </a:defRPr>
            </a:lvl6pPr>
            <a:lvl7pPr marL="0" indent="0">
              <a:spcBef>
                <a:spcPts val="600"/>
              </a:spcBef>
              <a:buNone/>
              <a:defRPr sz="1400">
                <a:solidFill>
                  <a:schemeClr val="bg1"/>
                </a:solidFill>
              </a:defRPr>
            </a:lvl7pPr>
            <a:lvl8pPr marL="0" indent="0">
              <a:lnSpc>
                <a:spcPct val="100000"/>
              </a:lnSpc>
              <a:spcBef>
                <a:spcPts val="600"/>
              </a:spcBef>
              <a:buNone/>
              <a:defRPr sz="1400">
                <a:solidFill>
                  <a:schemeClr val="bg1"/>
                </a:solidFill>
              </a:defRPr>
            </a:lvl8pPr>
            <a:lvl9pPr marL="0" indent="0">
              <a:lnSpc>
                <a:spcPct val="100000"/>
              </a:lnSpc>
              <a:spcBef>
                <a:spcPts val="600"/>
              </a:spcBef>
              <a:buNone/>
              <a:defRPr sz="1400">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60155" y="4716759"/>
            <a:ext cx="1276651" cy="274235"/>
          </a:xfrm>
          <a:prstGeom prst="rect">
            <a:avLst/>
          </a:prstGeom>
        </p:spPr>
      </p:pic>
    </p:spTree>
    <p:extLst>
      <p:ext uri="{BB962C8B-B14F-4D97-AF65-F5344CB8AC3E}">
        <p14:creationId xmlns:p14="http://schemas.microsoft.com/office/powerpoint/2010/main" val="1736568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ue Graadient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C19695-391B-DA44-A38A-0745805811B8}"/>
              </a:ext>
            </a:extLst>
          </p:cNvPr>
          <p:cNvSpPr/>
          <p:nvPr userDrawn="1"/>
        </p:nvSpPr>
        <p:spPr>
          <a:xfrm>
            <a:off x="0" y="0"/>
            <a:ext cx="9144000" cy="5143500"/>
          </a:xfrm>
          <a:prstGeom prst="rect">
            <a:avLst/>
          </a:prstGeom>
          <a:gradFill flip="none" rotWithShape="1">
            <a:gsLst>
              <a:gs pos="65000">
                <a:schemeClr val="accent1"/>
              </a:gs>
              <a:gs pos="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378952" cy="621030"/>
          </a:xfrm>
        </p:spPr>
        <p:txBody>
          <a:bodyPr wrap="none">
            <a:noAutofit/>
          </a:bodyPr>
          <a:lstStyle>
            <a:lvl1pPr>
              <a:defRPr sz="2400">
                <a:solidFill>
                  <a:schemeClr val="bg1"/>
                </a:solidFill>
              </a:defRPr>
            </a:lvl1pPr>
          </a:lstStyle>
          <a:p>
            <a:r>
              <a:rPr lang="en-US"/>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2"/>
            <a:ext cx="4572000" cy="187241"/>
          </a:xfrm>
          <a:prstGeom prst="rect">
            <a:avLst/>
          </a:prstGeom>
        </p:spPr>
        <p:txBody>
          <a:bodyPr vert="horz" lIns="0" tIns="0" rIns="0" bIns="0" rtlCol="0" anchor="b" anchorCtr="0"/>
          <a:lstStyle>
            <a:lvl1pPr algn="l">
              <a:defRPr sz="800">
                <a:solidFill>
                  <a:schemeClr val="bg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bg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842299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B04ED9-CA93-3142-B4EC-8ED6F34D15E9}"/>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43" y="0"/>
            <a:ext cx="9143716" cy="5143500"/>
          </a:xfrm>
          <a:prstGeom prst="rect">
            <a:avLst/>
          </a:prstGeom>
        </p:spPr>
      </p:pic>
      <p:sp>
        <p:nvSpPr>
          <p:cNvPr id="14" name="Title 1">
            <a:extLst>
              <a:ext uri="{FF2B5EF4-FFF2-40B4-BE49-F238E27FC236}">
                <a16:creationId xmlns:a16="http://schemas.microsoft.com/office/drawing/2014/main" id="{63D68EAA-2800-2247-8628-ED1190D00080}"/>
              </a:ext>
            </a:extLst>
          </p:cNvPr>
          <p:cNvSpPr>
            <a:spLocks noGrp="1"/>
          </p:cNvSpPr>
          <p:nvPr>
            <p:ph type="ctrTitle" hasCustomPrompt="1"/>
          </p:nvPr>
        </p:nvSpPr>
        <p:spPr bwMode="white">
          <a:xfrm>
            <a:off x="821800"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15" name="Straight Connector 14">
            <a:extLst>
              <a:ext uri="{FF2B5EF4-FFF2-40B4-BE49-F238E27FC236}">
                <a16:creationId xmlns:a16="http://schemas.microsoft.com/office/drawing/2014/main" id="{F15D67C1-E5E2-DA4B-B9CA-F4770AE7E188}"/>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80705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vider Slide 3">
    <p:spTree>
      <p:nvGrpSpPr>
        <p:cNvPr id="1" name=""/>
        <p:cNvGrpSpPr/>
        <p:nvPr/>
      </p:nvGrpSpPr>
      <p:grpSpPr>
        <a:xfrm>
          <a:off x="0" y="0"/>
          <a:ext cx="0" cy="0"/>
          <a:chOff x="0" y="0"/>
          <a:chExt cx="0" cy="0"/>
        </a:xfrm>
      </p:grpSpPr>
      <p:pic>
        <p:nvPicPr>
          <p:cNvPr id="4" name="Picture 3" descr="A picture containing animal, bed, computer, sitting&#10;&#10;Description automatically generated">
            <a:extLst>
              <a:ext uri="{FF2B5EF4-FFF2-40B4-BE49-F238E27FC236}">
                <a16:creationId xmlns:a16="http://schemas.microsoft.com/office/drawing/2014/main" id="{A1136187-A332-734A-993D-A693410B0D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a:solidFill>
            <a:srgbClr val="0A0C40"/>
          </a:solidFill>
        </p:spPr>
      </p:pic>
      <p:sp>
        <p:nvSpPr>
          <p:cNvPr id="7" name="Title 1">
            <a:extLst>
              <a:ext uri="{FF2B5EF4-FFF2-40B4-BE49-F238E27FC236}">
                <a16:creationId xmlns:a16="http://schemas.microsoft.com/office/drawing/2014/main" id="{AAAFF55D-6D18-1F44-A693-04D09308D0F7}"/>
              </a:ext>
            </a:extLst>
          </p:cNvPr>
          <p:cNvSpPr>
            <a:spLocks noGrp="1"/>
          </p:cNvSpPr>
          <p:nvPr>
            <p:ph type="ctrTitle" hasCustomPrompt="1"/>
          </p:nvPr>
        </p:nvSpPr>
        <p:spPr bwMode="white">
          <a:xfrm>
            <a:off x="821800"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9" name="Straight Connector 8">
            <a:extLst>
              <a:ext uri="{FF2B5EF4-FFF2-40B4-BE49-F238E27FC236}">
                <a16:creationId xmlns:a16="http://schemas.microsoft.com/office/drawing/2014/main" id="{1F7C825B-B4FF-FF40-84F6-962714FC3A43}"/>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8140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vider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580102-CAD4-A748-BD95-3E5812A2AD6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0800000">
            <a:off x="1929" y="-2"/>
            <a:ext cx="9142072" cy="5143501"/>
          </a:xfrm>
          <a:prstGeom prst="rect">
            <a:avLst/>
          </a:prstGeom>
        </p:spPr>
      </p:pic>
      <p:sp>
        <p:nvSpPr>
          <p:cNvPr id="8" name="Title 1">
            <a:extLst>
              <a:ext uri="{FF2B5EF4-FFF2-40B4-BE49-F238E27FC236}">
                <a16:creationId xmlns:a16="http://schemas.microsoft.com/office/drawing/2014/main" id="{5210EB9E-64BF-9644-B205-F00F04A6F5DA}"/>
              </a:ext>
            </a:extLst>
          </p:cNvPr>
          <p:cNvSpPr>
            <a:spLocks noGrp="1"/>
          </p:cNvSpPr>
          <p:nvPr>
            <p:ph type="ctrTitle" hasCustomPrompt="1"/>
          </p:nvPr>
        </p:nvSpPr>
        <p:spPr bwMode="white">
          <a:xfrm>
            <a:off x="821800"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a:t>Divider Title Goes Here</a:t>
            </a:r>
            <a:br>
              <a:rPr lang="en-US"/>
            </a:br>
            <a:r>
              <a:rPr lang="en-US"/>
              <a:t>Divider Title Goes Here</a:t>
            </a:r>
          </a:p>
        </p:txBody>
      </p:sp>
      <p:cxnSp>
        <p:nvCxnSpPr>
          <p:cNvPr id="9" name="Straight Connector 8">
            <a:extLst>
              <a:ext uri="{FF2B5EF4-FFF2-40B4-BE49-F238E27FC236}">
                <a16:creationId xmlns:a16="http://schemas.microsoft.com/office/drawing/2014/main" id="{010DD0DB-372F-554C-AC14-50A4A4866945}"/>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60155" y="4716759"/>
            <a:ext cx="1276651" cy="274235"/>
          </a:xfrm>
          <a:prstGeom prst="rect">
            <a:avLst/>
          </a:prstGeom>
        </p:spPr>
      </p:pic>
    </p:spTree>
    <p:extLst>
      <p:ext uri="{BB962C8B-B14F-4D97-AF65-F5344CB8AC3E}">
        <p14:creationId xmlns:p14="http://schemas.microsoft.com/office/powerpoint/2010/main" val="33202088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80"/>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9"/>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60155" y="4716759"/>
            <a:ext cx="1276651" cy="274235"/>
          </a:xfrm>
          <a:prstGeom prst="rect">
            <a:avLst/>
          </a:prstGeom>
        </p:spPr>
      </p:pic>
    </p:spTree>
    <p:extLst>
      <p:ext uri="{BB962C8B-B14F-4D97-AF65-F5344CB8AC3E}">
        <p14:creationId xmlns:p14="http://schemas.microsoft.com/office/powerpoint/2010/main" val="3290950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80"/>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9"/>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E43575F0-2D79-7E43-8455-55C88625BB96}"/>
              </a:ext>
            </a:extLst>
          </p:cNvPr>
          <p:cNvSpPr>
            <a:spLocks noGrp="1"/>
          </p:cNvSpPr>
          <p:nvPr>
            <p:ph type="pic" sz="quarter" idx="13" hasCustomPrompt="1"/>
          </p:nvPr>
        </p:nvSpPr>
        <p:spPr>
          <a:xfrm>
            <a:off x="6950878" y="4212510"/>
            <a:ext cx="1812123" cy="614672"/>
          </a:xfrm>
        </p:spPr>
        <p:txBody>
          <a:bodyPr anchor="ctr" anchorCtr="0">
            <a:normAutofit/>
          </a:bodyPr>
          <a:lstStyle>
            <a:lvl1pPr algn="ctr">
              <a:defRPr sz="1200">
                <a:solidFill>
                  <a:schemeClr val="bg1"/>
                </a:solidFill>
              </a:defRPr>
            </a:lvl1pPr>
          </a:lstStyle>
          <a:p>
            <a:r>
              <a:rPr lang="en-US"/>
              <a:t>Client/Partner Logo Here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98007" y="4270228"/>
            <a:ext cx="3008265" cy="640080"/>
          </a:xfrm>
          <a:prstGeom prst="rect">
            <a:avLst/>
          </a:prstGeom>
        </p:spPr>
      </p:pic>
    </p:spTree>
    <p:extLst>
      <p:ext uri="{BB962C8B-B14F-4D97-AF65-F5344CB8AC3E}">
        <p14:creationId xmlns:p14="http://schemas.microsoft.com/office/powerpoint/2010/main" val="21937039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hank You + White BG">
    <p:bg>
      <p:bgRef idx="1001">
        <a:schemeClr val="bg2"/>
      </p:bgRef>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DBFD3179-5709-AE4F-A788-E4498F3E161A}"/>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7" name="Text Placeholder 4">
            <a:extLst>
              <a:ext uri="{FF2B5EF4-FFF2-40B4-BE49-F238E27FC236}">
                <a16:creationId xmlns:a16="http://schemas.microsoft.com/office/drawing/2014/main" id="{9506C890-9727-1D43-B575-700E7811631D}"/>
              </a:ext>
            </a:extLst>
          </p:cNvPr>
          <p:cNvSpPr>
            <a:spLocks noGrp="1"/>
          </p:cNvSpPr>
          <p:nvPr>
            <p:ph type="body" sz="quarter" idx="12" hasCustomPrompt="1"/>
          </p:nvPr>
        </p:nvSpPr>
        <p:spPr>
          <a:xfrm>
            <a:off x="391633" y="3147680"/>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9" name="Title 1">
            <a:extLst>
              <a:ext uri="{FF2B5EF4-FFF2-40B4-BE49-F238E27FC236}">
                <a16:creationId xmlns:a16="http://schemas.microsoft.com/office/drawing/2014/main" id="{E53485B7-9363-D842-9596-0299E998A58C}"/>
              </a:ext>
            </a:extLst>
          </p:cNvPr>
          <p:cNvSpPr>
            <a:spLocks noGrp="1"/>
          </p:cNvSpPr>
          <p:nvPr>
            <p:ph type="ctrTitle" hasCustomPrompt="1"/>
          </p:nvPr>
        </p:nvSpPr>
        <p:spPr bwMode="white">
          <a:xfrm>
            <a:off x="391633" y="1665889"/>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2" name="Straight Connector 11">
            <a:extLst>
              <a:ext uri="{FF2B5EF4-FFF2-40B4-BE49-F238E27FC236}">
                <a16:creationId xmlns:a16="http://schemas.microsoft.com/office/drawing/2014/main" id="{082CA94C-BBE0-1846-921C-E1AFFD0BB14A}"/>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60155" y="4722599"/>
            <a:ext cx="1289663" cy="274320"/>
          </a:xfrm>
          <a:prstGeom prst="rect">
            <a:avLst/>
          </a:prstGeom>
        </p:spPr>
      </p:pic>
    </p:spTree>
    <p:extLst>
      <p:ext uri="{BB962C8B-B14F-4D97-AF65-F5344CB8AC3E}">
        <p14:creationId xmlns:p14="http://schemas.microsoft.com/office/powerpoint/2010/main" val="3040848938"/>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6950878" y="4212510"/>
            <a:ext cx="1812123" cy="614672"/>
          </a:xfrm>
        </p:spPr>
        <p:txBody>
          <a:bodyPr anchor="ctr" anchorCtr="0">
            <a:normAutofit/>
          </a:bodyPr>
          <a:lstStyle>
            <a:lvl1pPr algn="ctr">
              <a:defRPr sz="1200"/>
            </a:lvl1pPr>
          </a:lstStyle>
          <a:p>
            <a:r>
              <a:rPr lang="en-US"/>
              <a:t>Client/Partner Logo Here</a:t>
            </a:r>
          </a:p>
        </p:txBody>
      </p:sp>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391633" y="3147680"/>
            <a:ext cx="8207508"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391633" y="1665889"/>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87" y="366048"/>
            <a:ext cx="3008265" cy="640080"/>
          </a:xfrm>
          <a:prstGeom prst="rect">
            <a:avLst/>
          </a:prstGeom>
        </p:spPr>
      </p:pic>
    </p:spTree>
    <p:extLst>
      <p:ext uri="{BB962C8B-B14F-4D97-AF65-F5344CB8AC3E}">
        <p14:creationId xmlns:p14="http://schemas.microsoft.com/office/powerpoint/2010/main" val="37632559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ch Background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 name="Picture 2">
            <a:extLst>
              <a:ext uri="{FF2B5EF4-FFF2-40B4-BE49-F238E27FC236}">
                <a16:creationId xmlns:a16="http://schemas.microsoft.com/office/drawing/2014/main" id="{5F363CBB-0CE6-524D-A91E-F704F804A718}"/>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43" y="0"/>
            <a:ext cx="9143716" cy="5143500"/>
          </a:xfrm>
          <a:prstGeom prst="rect">
            <a:avLst/>
          </a:prstGeom>
        </p:spPr>
      </p:pic>
    </p:spTree>
    <p:extLst>
      <p:ext uri="{BB962C8B-B14F-4D97-AF65-F5344CB8AC3E}">
        <p14:creationId xmlns:p14="http://schemas.microsoft.com/office/powerpoint/2010/main" val="10625996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ch Background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 name="Picture 5" descr="A picture containing animal, bed, computer, sitting&#10;&#10;Description automatically generated">
            <a:extLst>
              <a:ext uri="{FF2B5EF4-FFF2-40B4-BE49-F238E27FC236}">
                <a16:creationId xmlns:a16="http://schemas.microsoft.com/office/drawing/2014/main" id="{AFD0E892-AD84-1E4B-88EE-D37B1E173C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95"/>
            <a:ext cx="9144000" cy="5142510"/>
          </a:xfrm>
          <a:prstGeom prst="rect">
            <a:avLst/>
          </a:prstGeom>
        </p:spPr>
      </p:pic>
    </p:spTree>
    <p:extLst>
      <p:ext uri="{BB962C8B-B14F-4D97-AF65-F5344CB8AC3E}">
        <p14:creationId xmlns:p14="http://schemas.microsoft.com/office/powerpoint/2010/main" val="12249608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ch Background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4672F0-3606-864E-B5C6-3D3E01E37D5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9" y="0"/>
            <a:ext cx="9160462" cy="5143500"/>
          </a:xfrm>
          <a:prstGeom prst="rect">
            <a:avLst/>
          </a:prstGeom>
        </p:spPr>
      </p:pic>
    </p:spTree>
    <p:extLst>
      <p:ext uri="{BB962C8B-B14F-4D97-AF65-F5344CB8AC3E}">
        <p14:creationId xmlns:p14="http://schemas.microsoft.com/office/powerpoint/2010/main" val="168910834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lue Gradient Background">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05444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49142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itle Sub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4"/>
          <p:cNvSpPr>
            <a:spLocks noGrp="1"/>
          </p:cNvSpPr>
          <p:nvPr>
            <p:ph type="body" sz="quarter" idx="18" hasCustomPrompt="1"/>
          </p:nvPr>
        </p:nvSpPr>
        <p:spPr>
          <a:xfrm>
            <a:off x="413539" y="700088"/>
            <a:ext cx="8339463" cy="304800"/>
          </a:xfrm>
        </p:spPr>
        <p:txBody>
          <a:bodyPr>
            <a:normAutofit/>
          </a:bodyPr>
          <a:lstStyle>
            <a:lvl1pPr marL="0" indent="0" algn="l">
              <a:lnSpc>
                <a:spcPct val="86000"/>
              </a:lnSpc>
              <a:spcBef>
                <a:spcPts val="0"/>
              </a:spcBef>
              <a:buNone/>
              <a:defRPr sz="1350" baseline="0"/>
            </a:lvl1pPr>
          </a:lstStyle>
          <a:p>
            <a:pPr lvl="0"/>
            <a:r>
              <a:rPr lang="en-US"/>
              <a:t>Click here to edit subtitle</a:t>
            </a:r>
          </a:p>
        </p:txBody>
      </p:sp>
    </p:spTree>
    <p:extLst>
      <p:ext uri="{BB962C8B-B14F-4D97-AF65-F5344CB8AC3E}">
        <p14:creationId xmlns:p14="http://schemas.microsoft.com/office/powerpoint/2010/main" val="35972378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cSld name="Utter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27666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85800" y="1089316"/>
            <a:ext cx="7772400" cy="3470672"/>
          </a:xfrm>
        </p:spPr>
        <p:txBody>
          <a:bodyPr/>
          <a:lstStyle>
            <a:lvl1pPr>
              <a:spcBef>
                <a:spcPts val="900"/>
              </a:spcBef>
              <a:defRPr/>
            </a:lvl1pPr>
            <a:lvl2pPr>
              <a:spcBef>
                <a:spcPts val="900"/>
              </a:spcBef>
              <a:defRPr/>
            </a:lvl2pPr>
            <a:lvl3pPr>
              <a:spcBef>
                <a:spcPts val="900"/>
              </a:spcBef>
              <a:defRPr/>
            </a:lvl3pPr>
            <a:lvl4pPr>
              <a:spcBef>
                <a:spcPts val="900"/>
              </a:spcBef>
              <a:defRPr/>
            </a:lvl4pPr>
            <a:lvl5pPr>
              <a:spcBef>
                <a:spcPts val="9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10" hasCustomPrompt="1"/>
          </p:nvPr>
        </p:nvSpPr>
        <p:spPr>
          <a:xfrm>
            <a:off x="413539" y="700088"/>
            <a:ext cx="8339463" cy="304800"/>
          </a:xfrm>
        </p:spPr>
        <p:txBody>
          <a:bodyPr>
            <a:normAutofit/>
          </a:bodyPr>
          <a:lstStyle>
            <a:lvl1pPr marL="0" indent="0" algn="l">
              <a:lnSpc>
                <a:spcPct val="86000"/>
              </a:lnSpc>
              <a:spcBef>
                <a:spcPts val="0"/>
              </a:spcBef>
              <a:buNone/>
              <a:defRPr sz="1350" baseline="0"/>
            </a:lvl1pPr>
          </a:lstStyle>
          <a:p>
            <a:pPr lvl="0"/>
            <a:r>
              <a:rPr lang="en-US"/>
              <a:t>Click here to edit subtitle</a:t>
            </a:r>
          </a:p>
        </p:txBody>
      </p:sp>
    </p:spTree>
    <p:extLst>
      <p:ext uri="{BB962C8B-B14F-4D97-AF65-F5344CB8AC3E}">
        <p14:creationId xmlns:p14="http://schemas.microsoft.com/office/powerpoint/2010/main" val="20764316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_Title Sub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4"/>
          <p:cNvSpPr>
            <a:spLocks noGrp="1"/>
          </p:cNvSpPr>
          <p:nvPr>
            <p:ph type="body" sz="quarter" idx="10" hasCustomPrompt="1"/>
          </p:nvPr>
        </p:nvSpPr>
        <p:spPr>
          <a:xfrm>
            <a:off x="413539" y="700088"/>
            <a:ext cx="8339463" cy="304800"/>
          </a:xfrm>
        </p:spPr>
        <p:txBody>
          <a:bodyPr>
            <a:normAutofit/>
          </a:bodyPr>
          <a:lstStyle>
            <a:lvl1pPr marL="0" indent="0" algn="l">
              <a:lnSpc>
                <a:spcPct val="86000"/>
              </a:lnSpc>
              <a:spcBef>
                <a:spcPts val="0"/>
              </a:spcBef>
              <a:buNone/>
              <a:defRPr sz="1350" baseline="0"/>
            </a:lvl1pPr>
          </a:lstStyle>
          <a:p>
            <a:pPr lvl="0"/>
            <a:r>
              <a:rPr lang="en-US"/>
              <a:t>Click here to edit subtitle</a:t>
            </a:r>
          </a:p>
        </p:txBody>
      </p:sp>
    </p:spTree>
    <p:extLst>
      <p:ext uri="{BB962C8B-B14F-4D97-AF65-F5344CB8AC3E}">
        <p14:creationId xmlns:p14="http://schemas.microsoft.com/office/powerpoint/2010/main" val="21778768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Header without lin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3340" y="247696"/>
            <a:ext cx="8389665" cy="455444"/>
          </a:xfrm>
          <a:prstGeom prst="rect">
            <a:avLst/>
          </a:prstGeom>
        </p:spPr>
        <p:txBody>
          <a:bodyPr/>
          <a:lstStyle>
            <a:lvl1pPr>
              <a:defRPr sz="2000" b="1">
                <a:solidFill>
                  <a:schemeClr val="bg1"/>
                </a:solidFill>
              </a:defRPr>
            </a:lvl1pPr>
          </a:lstStyle>
          <a:p>
            <a:r>
              <a:rPr lang="en-US"/>
              <a:t>Header without line</a:t>
            </a:r>
          </a:p>
        </p:txBody>
      </p:sp>
      <p:sp>
        <p:nvSpPr>
          <p:cNvPr id="5" name="Text Placeholder 4"/>
          <p:cNvSpPr>
            <a:spLocks noGrp="1"/>
          </p:cNvSpPr>
          <p:nvPr>
            <p:ph type="body" sz="quarter" idx="13"/>
          </p:nvPr>
        </p:nvSpPr>
        <p:spPr>
          <a:xfrm>
            <a:off x="381000" y="853373"/>
            <a:ext cx="8382000" cy="3467100"/>
          </a:xfrm>
          <a:prstGeom prst="rect">
            <a:avLst/>
          </a:prstGeom>
        </p:spPr>
        <p:txBody>
          <a:bodyPr vert="horz">
            <a:normAutofit/>
          </a:bodyPr>
          <a:lstStyle>
            <a:lvl1pPr marL="0" indent="0">
              <a:buNone/>
              <a:defRPr sz="2800">
                <a:solidFill>
                  <a:schemeClr val="bg2"/>
                </a:solidFill>
              </a:defRPr>
            </a:lvl1pPr>
            <a:lvl2pPr marL="228588" indent="-227001">
              <a:buClr>
                <a:schemeClr val="accent2"/>
              </a:buClr>
              <a:buFont typeface="Arial"/>
              <a:buChar char="•"/>
              <a:defRPr sz="2400">
                <a:solidFill>
                  <a:schemeClr val="bg2"/>
                </a:solidFill>
              </a:defRPr>
            </a:lvl2pPr>
            <a:lvl3pPr marL="287324" indent="-166680">
              <a:buClr>
                <a:schemeClr val="accent2"/>
              </a:buClr>
              <a:buFont typeface="Arial"/>
              <a:buChar char="•"/>
              <a:defRPr sz="2000">
                <a:solidFill>
                  <a:schemeClr val="bg2"/>
                </a:solidFill>
              </a:defRPr>
            </a:lvl3pPr>
            <a:lvl4pPr marL="393680" indent="-176204">
              <a:buClr>
                <a:schemeClr val="accent2"/>
              </a:buClr>
              <a:buFont typeface="Arial"/>
              <a:buChar char="•"/>
              <a:defRPr sz="1800">
                <a:solidFill>
                  <a:schemeClr val="bg2"/>
                </a:solidFill>
              </a:defRPr>
            </a:lvl4pPr>
            <a:lvl5pPr marL="512738" indent="-176204">
              <a:buClr>
                <a:schemeClr val="accent2"/>
              </a:buClr>
              <a:buFont typeface="Arial"/>
              <a:buChar char="•"/>
              <a:defRPr sz="1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33625048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White background blank">
    <p:bg>
      <p:bgPr>
        <a:solidFill>
          <a:schemeClr val="bg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33111769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384048" y="1261872"/>
            <a:ext cx="8385048" cy="3319272"/>
          </a:xfrm>
        </p:spPr>
        <p:txBody>
          <a:bodyPr/>
          <a:lstStyle>
            <a:lvl1pPr>
              <a:defRPr sz="1800"/>
            </a:lvl1pPr>
            <a:lvl2pPr>
              <a:defRPr sz="1800"/>
            </a:lvl2pPr>
            <a:lvl3pPr>
              <a:defRPr sz="1575"/>
            </a:lvl3pPr>
            <a:lvl4pPr>
              <a:defRPr sz="1575"/>
            </a:lvl4pPr>
            <a:lvl5pPr>
              <a:defRPr sz="15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4/11/2022</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2018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spTree>
    <p:extLst>
      <p:ext uri="{BB962C8B-B14F-4D97-AF65-F5344CB8AC3E}">
        <p14:creationId xmlns:p14="http://schemas.microsoft.com/office/powerpoint/2010/main" val="3320638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image" Target="../media/image11.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theme" Target="../theme/theme3.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384048" y="274320"/>
            <a:ext cx="8378952" cy="621030"/>
          </a:xfrm>
          <a:prstGeom prst="rect">
            <a:avLst/>
          </a:prstGeom>
        </p:spPr>
        <p:txBody>
          <a:bodyPr vert="horz" lIns="0" tIns="0" rIns="0" bIns="0" rtlCol="0" anchor="t" anchorCtr="0">
            <a:noAutofit/>
          </a:bodyPr>
          <a:lstStyle/>
          <a:p>
            <a:r>
              <a:rPr lang="en-US"/>
              <a:t>Click to edit Master title style</a:t>
            </a:r>
            <a:br>
              <a:rPr lang="en-US"/>
            </a:br>
            <a:endParaRPr lang="en-US"/>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384048" y="1093304"/>
            <a:ext cx="8378952" cy="337930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pic>
        <p:nvPicPr>
          <p:cNvPr id="4" name="Picture 3"/>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7460154" y="4722599"/>
            <a:ext cx="1289663" cy="274320"/>
          </a:xfrm>
          <a:prstGeom prst="rect">
            <a:avLst/>
          </a:prstGeom>
        </p:spPr>
      </p:pic>
    </p:spTree>
    <p:extLst>
      <p:ext uri="{BB962C8B-B14F-4D97-AF65-F5344CB8AC3E}">
        <p14:creationId xmlns:p14="http://schemas.microsoft.com/office/powerpoint/2010/main" val="1868651982"/>
      </p:ext>
    </p:extLst>
  </p:cSld>
  <p:clrMap bg1="lt1" tx1="dk1" bg2="lt2" tx2="dk2" accent1="accent1" accent2="accent2" accent3="accent3" accent4="accent4" accent5="accent5" accent6="accent6" hlink="hlink" folHlink="folHlink"/>
  <p:sldLayoutIdLst>
    <p:sldLayoutId id="2147484134" r:id="rId1"/>
    <p:sldLayoutId id="2147484183" r:id="rId2"/>
    <p:sldLayoutId id="2147484146" r:id="rId3"/>
    <p:sldLayoutId id="2147484144" r:id="rId4"/>
    <p:sldLayoutId id="2147484119" r:id="rId5"/>
    <p:sldLayoutId id="2147484193" r:id="rId6"/>
    <p:sldLayoutId id="2147484194" r:id="rId7"/>
    <p:sldLayoutId id="2147484195" r:id="rId8"/>
    <p:sldLayoutId id="2147484196" r:id="rId9"/>
    <p:sldLayoutId id="2147484100" r:id="rId10"/>
    <p:sldLayoutId id="2147484126" r:id="rId11"/>
    <p:sldLayoutId id="2147484131" r:id="rId12"/>
    <p:sldLayoutId id="2147484192" r:id="rId13"/>
    <p:sldLayoutId id="2147484200" r:id="rId14"/>
    <p:sldLayoutId id="2147484198" r:id="rId15"/>
    <p:sldLayoutId id="2147484199" r:id="rId16"/>
    <p:sldLayoutId id="2147484128" r:id="rId17"/>
    <p:sldLayoutId id="2147484130" r:id="rId18"/>
    <p:sldLayoutId id="2147484102" r:id="rId19"/>
    <p:sldLayoutId id="2147484113" r:id="rId20"/>
    <p:sldLayoutId id="2147484110" r:id="rId21"/>
    <p:sldLayoutId id="2147484201" r:id="rId22"/>
    <p:sldLayoutId id="2147484358" r:id="rId23"/>
  </p:sldLayoutIdLst>
  <p:hf hdr="0" dt="0"/>
  <p:txStyles>
    <p:titleStyle>
      <a:lvl1pPr algn="l" defTabSz="914378" rtl="0" eaLnBrk="1" latinLnBrk="0" hangingPunct="1">
        <a:lnSpc>
          <a:spcPct val="90000"/>
        </a:lnSpc>
        <a:spcBef>
          <a:spcPct val="0"/>
        </a:spcBef>
        <a:buNone/>
        <a:defRPr sz="24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8" rtl="0" eaLnBrk="1" latinLnBrk="0" hangingPunct="1">
        <a:lnSpc>
          <a:spcPct val="100000"/>
        </a:lnSpc>
        <a:spcBef>
          <a:spcPts val="600"/>
        </a:spcBef>
        <a:buFont typeface="Arial" panose="020B0604020202020204" pitchFamily="34" charset="0"/>
        <a:buNone/>
        <a:defRPr sz="1800" kern="1200">
          <a:solidFill>
            <a:schemeClr val="tx2">
              <a:lumMod val="75000"/>
              <a:lumOff val="25000"/>
            </a:schemeClr>
          </a:solidFill>
          <a:latin typeface="Arial" panose="020B0604020202020204" pitchFamily="34" charset="0"/>
          <a:ea typeface="+mn-ea"/>
          <a:cs typeface="Arial" panose="020B0604020202020204" pitchFamily="34" charset="0"/>
        </a:defRPr>
      </a:lvl1pPr>
      <a:lvl2pPr marL="171450" indent="-171450" algn="l" defTabSz="914378" rtl="0" eaLnBrk="1" latinLnBrk="0" hangingPunct="1">
        <a:lnSpc>
          <a:spcPct val="100000"/>
        </a:lnSpc>
        <a:spcBef>
          <a:spcPts val="600"/>
        </a:spcBef>
        <a:buClrTx/>
        <a:buSzPct val="125000"/>
        <a:buFont typeface="Arial" panose="020B0604020202020204" pitchFamily="34" charset="0"/>
        <a:buChar char="•"/>
        <a:tabLst/>
        <a:defRPr sz="1400" kern="1200">
          <a:solidFill>
            <a:schemeClr val="tx2">
              <a:lumMod val="75000"/>
              <a:lumOff val="25000"/>
            </a:schemeClr>
          </a:solidFill>
          <a:latin typeface="Arial" panose="020B0604020202020204" pitchFamily="34" charset="0"/>
          <a:ea typeface="+mn-ea"/>
          <a:cs typeface="Arial" panose="020B0604020202020204" pitchFamily="34" charset="0"/>
        </a:defRPr>
      </a:lvl2pPr>
      <a:lvl3pPr marL="400050" indent="-171450" algn="l" defTabSz="914378" rtl="0" eaLnBrk="1" latinLnBrk="0" hangingPunct="1">
        <a:lnSpc>
          <a:spcPct val="100000"/>
        </a:lnSpc>
        <a:spcBef>
          <a:spcPts val="400"/>
        </a:spcBef>
        <a:buClrTx/>
        <a:buSzPct val="100000"/>
        <a:buFont typeface="Arial" panose="020B0604020202020204" pitchFamily="34" charset="0"/>
        <a:buChar char="–"/>
        <a:tabLst/>
        <a:defRPr sz="1200" kern="1200">
          <a:solidFill>
            <a:schemeClr val="tx2">
              <a:lumMod val="75000"/>
              <a:lumOff val="25000"/>
            </a:schemeClr>
          </a:solidFill>
          <a:latin typeface="Arial" panose="020B0604020202020204" pitchFamily="34" charset="0"/>
          <a:ea typeface="+mn-ea"/>
          <a:cs typeface="Arial" panose="020B0604020202020204" pitchFamily="34" charset="0"/>
        </a:defRPr>
      </a:lvl3pPr>
      <a:lvl4pPr marL="573088" indent="-115888" algn="l" defTabSz="914378" rtl="0" eaLnBrk="1" latinLnBrk="0" hangingPunct="1">
        <a:lnSpc>
          <a:spcPct val="100000"/>
        </a:lnSpc>
        <a:spcBef>
          <a:spcPts val="400"/>
        </a:spcBef>
        <a:buClrTx/>
        <a:buSzPct val="100000"/>
        <a:buFont typeface="Arial" panose="020B0604020202020204" pitchFamily="34" charset="0"/>
        <a:buChar char="•"/>
        <a:tabLst/>
        <a:defRPr sz="1050" kern="1200">
          <a:solidFill>
            <a:schemeClr val="tx2">
              <a:lumMod val="75000"/>
              <a:lumOff val="25000"/>
            </a:schemeClr>
          </a:solidFill>
          <a:latin typeface="Arial" panose="020B0604020202020204" pitchFamily="34" charset="0"/>
          <a:ea typeface="+mn-ea"/>
          <a:cs typeface="Arial" panose="020B0604020202020204" pitchFamily="34" charset="0"/>
        </a:defRPr>
      </a:lvl4pPr>
      <a:lvl5pPr marL="858838" indent="-173038" algn="l" defTabSz="914378" rtl="0" eaLnBrk="1" latinLnBrk="0" hangingPunct="1">
        <a:lnSpc>
          <a:spcPct val="100000"/>
        </a:lnSpc>
        <a:spcBef>
          <a:spcPts val="400"/>
        </a:spcBef>
        <a:buClrTx/>
        <a:buSzPct val="100000"/>
        <a:buFont typeface="Arial" panose="020B0604020202020204" pitchFamily="34" charset="0"/>
        <a:buChar char="–"/>
        <a:tabLst/>
        <a:defRPr sz="900" kern="1200">
          <a:solidFill>
            <a:schemeClr val="tx2">
              <a:lumMod val="75000"/>
              <a:lumOff val="25000"/>
            </a:schemeClr>
          </a:solidFill>
          <a:latin typeface="Arial" panose="020B0604020202020204" pitchFamily="34" charset="0"/>
          <a:ea typeface="+mn-ea"/>
          <a:cs typeface="Arial" panose="020B0604020202020204" pitchFamily="34" charset="0"/>
        </a:defRPr>
      </a:lvl5pPr>
      <a:lvl6pPr marL="1142972" indent="-228594" algn="l" defTabSz="914378"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566" indent="-228594" algn="l" defTabSz="914378"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160" indent="-228594" algn="l" defTabSz="914378"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160" indent="-228594" algn="l" defTabSz="914378"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0" userDrawn="1">
          <p15:clr>
            <a:srgbClr val="F26B43"/>
          </p15:clr>
        </p15:guide>
        <p15:guide id="3" pos="5520" userDrawn="1">
          <p15:clr>
            <a:srgbClr val="F26B43"/>
          </p15:clr>
        </p15:guide>
        <p15:guide id="4" orient="horz" pos="2988" userDrawn="1">
          <p15:clr>
            <a:srgbClr val="F26B43"/>
          </p15:clr>
        </p15:guide>
        <p15:guide id="5" orient="horz" pos="5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384048" y="274320"/>
            <a:ext cx="8378952" cy="621030"/>
          </a:xfrm>
          <a:prstGeom prst="rect">
            <a:avLst/>
          </a:prstGeom>
        </p:spPr>
        <p:txBody>
          <a:bodyPr vert="horz" lIns="0" tIns="0" rIns="0" bIns="0" rtlCol="0" anchor="t" anchorCtr="0">
            <a:noAutofit/>
          </a:bodyPr>
          <a:lstStyle/>
          <a:p>
            <a:r>
              <a:rPr lang="en-US"/>
              <a:t>Click to edit Master title style</a:t>
            </a:r>
            <a:br>
              <a:rPr lang="en-US"/>
            </a:br>
            <a:endParaRPr lang="en-US"/>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384048" y="1093304"/>
            <a:ext cx="8378952" cy="337930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pic>
        <p:nvPicPr>
          <p:cNvPr id="7" name="Picture 6">
            <a:extLst>
              <a:ext uri="{FF2B5EF4-FFF2-40B4-BE49-F238E27FC236}">
                <a16:creationId xmlns:a16="http://schemas.microsoft.com/office/drawing/2014/main" id="{A75C5FF7-2DC4-5442-BB0D-C1FF3C41C2F6}"/>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bwMode="black">
          <a:xfrm>
            <a:off x="7723969" y="4742066"/>
            <a:ext cx="1039031" cy="222997"/>
          </a:xfrm>
          <a:prstGeom prst="rect">
            <a:avLst/>
          </a:prstGeom>
        </p:spPr>
      </p:pic>
    </p:spTree>
    <p:extLst>
      <p:ext uri="{BB962C8B-B14F-4D97-AF65-F5344CB8AC3E}">
        <p14:creationId xmlns:p14="http://schemas.microsoft.com/office/powerpoint/2010/main" val="697650306"/>
      </p:ext>
    </p:extLst>
  </p:cSld>
  <p:clrMap bg1="lt1" tx1="dk1" bg2="lt2" tx2="dk2" accent1="accent1" accent2="accent2" accent3="accent3" accent4="accent4" accent5="accent5" accent6="accent6" hlink="hlink" folHlink="folHlink"/>
  <p:sldLayoutIdLst>
    <p:sldLayoutId id="2147484274" r:id="rId1"/>
    <p:sldLayoutId id="2147484275" r:id="rId2"/>
    <p:sldLayoutId id="2147484276" r:id="rId3"/>
    <p:sldLayoutId id="2147484277" r:id="rId4"/>
    <p:sldLayoutId id="2147484278" r:id="rId5"/>
    <p:sldLayoutId id="2147484279" r:id="rId6"/>
    <p:sldLayoutId id="2147484280" r:id="rId7"/>
    <p:sldLayoutId id="2147484281" r:id="rId8"/>
    <p:sldLayoutId id="2147484282" r:id="rId9"/>
    <p:sldLayoutId id="2147484283" r:id="rId10"/>
    <p:sldLayoutId id="2147484284" r:id="rId11"/>
    <p:sldLayoutId id="2147484285" r:id="rId12"/>
    <p:sldLayoutId id="2147484286" r:id="rId13"/>
    <p:sldLayoutId id="2147484287" r:id="rId14"/>
    <p:sldLayoutId id="2147484288" r:id="rId15"/>
    <p:sldLayoutId id="2147484289" r:id="rId16"/>
    <p:sldLayoutId id="2147484290" r:id="rId17"/>
    <p:sldLayoutId id="2147484291" r:id="rId18"/>
    <p:sldLayoutId id="2147484292" r:id="rId19"/>
    <p:sldLayoutId id="2147484293" r:id="rId20"/>
    <p:sldLayoutId id="2147484294" r:id="rId21"/>
    <p:sldLayoutId id="2147484295" r:id="rId22"/>
    <p:sldLayoutId id="2147484296" r:id="rId23"/>
    <p:sldLayoutId id="2147484297" r:id="rId24"/>
    <p:sldLayoutId id="2147484298" r:id="rId25"/>
    <p:sldLayoutId id="2147484299" r:id="rId26"/>
  </p:sldLayoutIdLst>
  <p:hf hdr="0" dt="0"/>
  <p:txStyles>
    <p:titleStyle>
      <a:lvl1pPr algn="l" defTabSz="914378" rtl="0" eaLnBrk="1" latinLnBrk="0" hangingPunct="1">
        <a:lnSpc>
          <a:spcPct val="90000"/>
        </a:lnSpc>
        <a:spcBef>
          <a:spcPct val="0"/>
        </a:spcBef>
        <a:buNone/>
        <a:defRPr sz="24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8" rtl="0" eaLnBrk="1" latinLnBrk="0" hangingPunct="1">
        <a:lnSpc>
          <a:spcPct val="100000"/>
        </a:lnSpc>
        <a:spcBef>
          <a:spcPts val="600"/>
        </a:spcBef>
        <a:buFont typeface="Arial" panose="020B0604020202020204" pitchFamily="34" charset="0"/>
        <a:buNone/>
        <a:defRPr sz="1800" kern="1200">
          <a:solidFill>
            <a:schemeClr val="tx2">
              <a:lumMod val="75000"/>
              <a:lumOff val="25000"/>
            </a:schemeClr>
          </a:solidFill>
          <a:latin typeface="Arial" panose="020B0604020202020204" pitchFamily="34" charset="0"/>
          <a:ea typeface="+mn-ea"/>
          <a:cs typeface="Arial" panose="020B0604020202020204" pitchFamily="34" charset="0"/>
        </a:defRPr>
      </a:lvl1pPr>
      <a:lvl2pPr marL="171450" indent="-171450" algn="l" defTabSz="914378" rtl="0" eaLnBrk="1" latinLnBrk="0" hangingPunct="1">
        <a:lnSpc>
          <a:spcPct val="100000"/>
        </a:lnSpc>
        <a:spcBef>
          <a:spcPts val="600"/>
        </a:spcBef>
        <a:buClrTx/>
        <a:buSzPct val="125000"/>
        <a:buFont typeface="Arial" panose="020B0604020202020204" pitchFamily="34" charset="0"/>
        <a:buChar char="•"/>
        <a:tabLst/>
        <a:defRPr sz="1400" kern="1200">
          <a:solidFill>
            <a:schemeClr val="tx2">
              <a:lumMod val="75000"/>
              <a:lumOff val="25000"/>
            </a:schemeClr>
          </a:solidFill>
          <a:latin typeface="Arial" panose="020B0604020202020204" pitchFamily="34" charset="0"/>
          <a:ea typeface="+mn-ea"/>
          <a:cs typeface="Arial" panose="020B0604020202020204" pitchFamily="34" charset="0"/>
        </a:defRPr>
      </a:lvl2pPr>
      <a:lvl3pPr marL="400050" indent="-171450" algn="l" defTabSz="914378" rtl="0" eaLnBrk="1" latinLnBrk="0" hangingPunct="1">
        <a:lnSpc>
          <a:spcPct val="100000"/>
        </a:lnSpc>
        <a:spcBef>
          <a:spcPts val="400"/>
        </a:spcBef>
        <a:buClrTx/>
        <a:buSzPct val="100000"/>
        <a:buFont typeface="Arial" panose="020B0604020202020204" pitchFamily="34" charset="0"/>
        <a:buChar char="–"/>
        <a:tabLst/>
        <a:defRPr sz="1200" kern="1200">
          <a:solidFill>
            <a:schemeClr val="tx2">
              <a:lumMod val="75000"/>
              <a:lumOff val="25000"/>
            </a:schemeClr>
          </a:solidFill>
          <a:latin typeface="Arial" panose="020B0604020202020204" pitchFamily="34" charset="0"/>
          <a:ea typeface="+mn-ea"/>
          <a:cs typeface="Arial" panose="020B0604020202020204" pitchFamily="34" charset="0"/>
        </a:defRPr>
      </a:lvl3pPr>
      <a:lvl4pPr marL="573088" indent="-115888" algn="l" defTabSz="914378" rtl="0" eaLnBrk="1" latinLnBrk="0" hangingPunct="1">
        <a:lnSpc>
          <a:spcPct val="100000"/>
        </a:lnSpc>
        <a:spcBef>
          <a:spcPts val="400"/>
        </a:spcBef>
        <a:buClrTx/>
        <a:buSzPct val="100000"/>
        <a:buFont typeface="Arial" panose="020B0604020202020204" pitchFamily="34" charset="0"/>
        <a:buChar char="•"/>
        <a:tabLst/>
        <a:defRPr sz="1050" kern="1200">
          <a:solidFill>
            <a:schemeClr val="tx2">
              <a:lumMod val="75000"/>
              <a:lumOff val="25000"/>
            </a:schemeClr>
          </a:solidFill>
          <a:latin typeface="Arial" panose="020B0604020202020204" pitchFamily="34" charset="0"/>
          <a:ea typeface="+mn-ea"/>
          <a:cs typeface="Arial" panose="020B0604020202020204" pitchFamily="34" charset="0"/>
        </a:defRPr>
      </a:lvl4pPr>
      <a:lvl5pPr marL="858838" indent="-173038" algn="l" defTabSz="914378" rtl="0" eaLnBrk="1" latinLnBrk="0" hangingPunct="1">
        <a:lnSpc>
          <a:spcPct val="100000"/>
        </a:lnSpc>
        <a:spcBef>
          <a:spcPts val="400"/>
        </a:spcBef>
        <a:buClrTx/>
        <a:buSzPct val="100000"/>
        <a:buFont typeface="Arial" panose="020B0604020202020204" pitchFamily="34" charset="0"/>
        <a:buChar char="–"/>
        <a:tabLst/>
        <a:defRPr sz="900" kern="1200">
          <a:solidFill>
            <a:schemeClr val="tx2">
              <a:lumMod val="75000"/>
              <a:lumOff val="25000"/>
            </a:schemeClr>
          </a:solidFill>
          <a:latin typeface="Arial" panose="020B0604020202020204" pitchFamily="34" charset="0"/>
          <a:ea typeface="+mn-ea"/>
          <a:cs typeface="Arial" panose="020B0604020202020204" pitchFamily="34" charset="0"/>
        </a:defRPr>
      </a:lvl5pPr>
      <a:lvl6pPr marL="1142972" indent="-228594" algn="l" defTabSz="914378"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566" indent="-228594" algn="l" defTabSz="914378"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160" indent="-228594" algn="l" defTabSz="914378"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160" indent="-228594" algn="l" defTabSz="914378"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0">
          <p15:clr>
            <a:srgbClr val="F26B43"/>
          </p15:clr>
        </p15:guide>
        <p15:guide id="3" pos="5520">
          <p15:clr>
            <a:srgbClr val="F26B43"/>
          </p15:clr>
        </p15:guide>
        <p15:guide id="4" orient="horz" pos="2988">
          <p15:clr>
            <a:srgbClr val="F26B43"/>
          </p15:clr>
        </p15:guide>
        <p15:guide id="5" orient="horz" pos="5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384048" y="274320"/>
            <a:ext cx="8378952" cy="621030"/>
          </a:xfrm>
          <a:prstGeom prst="rect">
            <a:avLst/>
          </a:prstGeom>
        </p:spPr>
        <p:txBody>
          <a:bodyPr vert="horz" lIns="0" tIns="0" rIns="0" bIns="0" rtlCol="0" anchor="t" anchorCtr="0">
            <a:noAutofit/>
          </a:bodyPr>
          <a:lstStyle/>
          <a:p>
            <a:r>
              <a:rPr lang="en-US"/>
              <a:t>Click to edit Master title style</a:t>
            </a:r>
            <a:br>
              <a:rPr lang="en-US"/>
            </a:br>
            <a:endParaRPr lang="en-US"/>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384048" y="1093304"/>
            <a:ext cx="8378952" cy="337930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660386" y="4695412"/>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a:p>
        </p:txBody>
      </p:sp>
      <p:pic>
        <p:nvPicPr>
          <p:cNvPr id="4" name="Picture 3"/>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7460155" y="4722599"/>
            <a:ext cx="1289663" cy="274320"/>
          </a:xfrm>
          <a:prstGeom prst="rect">
            <a:avLst/>
          </a:prstGeom>
        </p:spPr>
      </p:pic>
    </p:spTree>
    <p:extLst>
      <p:ext uri="{BB962C8B-B14F-4D97-AF65-F5344CB8AC3E}">
        <p14:creationId xmlns:p14="http://schemas.microsoft.com/office/powerpoint/2010/main" val="2546586628"/>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5" r:id="rId4"/>
    <p:sldLayoutId id="2147484316" r:id="rId5"/>
    <p:sldLayoutId id="2147484317" r:id="rId6"/>
    <p:sldLayoutId id="2147484318" r:id="rId7"/>
    <p:sldLayoutId id="2147484319" r:id="rId8"/>
    <p:sldLayoutId id="2147484320" r:id="rId9"/>
    <p:sldLayoutId id="2147484321" r:id="rId10"/>
    <p:sldLayoutId id="2147484322" r:id="rId11"/>
    <p:sldLayoutId id="2147484323" r:id="rId12"/>
    <p:sldLayoutId id="2147484324" r:id="rId13"/>
    <p:sldLayoutId id="2147484325" r:id="rId14"/>
    <p:sldLayoutId id="2147484326" r:id="rId15"/>
    <p:sldLayoutId id="2147484327" r:id="rId16"/>
    <p:sldLayoutId id="2147484328" r:id="rId17"/>
    <p:sldLayoutId id="2147484329" r:id="rId18"/>
    <p:sldLayoutId id="2147484330" r:id="rId19"/>
    <p:sldLayoutId id="2147484331" r:id="rId20"/>
    <p:sldLayoutId id="2147484332" r:id="rId21"/>
    <p:sldLayoutId id="2147484334" r:id="rId22"/>
    <p:sldLayoutId id="2147484335" r:id="rId23"/>
    <p:sldLayoutId id="2147484336" r:id="rId24"/>
    <p:sldLayoutId id="2147484337" r:id="rId25"/>
    <p:sldLayoutId id="2147484342" r:id="rId26"/>
    <p:sldLayoutId id="2147484343" r:id="rId27"/>
    <p:sldLayoutId id="2147484344" r:id="rId28"/>
  </p:sldLayoutIdLst>
  <p:hf hdr="0" dt="0"/>
  <p:txStyles>
    <p:titleStyle>
      <a:lvl1pPr algn="l" defTabSz="914355" rtl="0" eaLnBrk="1" latinLnBrk="0" hangingPunct="1">
        <a:lnSpc>
          <a:spcPct val="90000"/>
        </a:lnSpc>
        <a:spcBef>
          <a:spcPct val="0"/>
        </a:spcBef>
        <a:buNone/>
        <a:defRPr sz="24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55" rtl="0" eaLnBrk="1" latinLnBrk="0" hangingPunct="1">
        <a:lnSpc>
          <a:spcPct val="100000"/>
        </a:lnSpc>
        <a:spcBef>
          <a:spcPts val="600"/>
        </a:spcBef>
        <a:buFont typeface="Arial" panose="020B0604020202020204" pitchFamily="34" charset="0"/>
        <a:buNone/>
        <a:defRPr sz="1800" kern="1200">
          <a:solidFill>
            <a:schemeClr val="tx2">
              <a:lumMod val="75000"/>
              <a:lumOff val="25000"/>
            </a:schemeClr>
          </a:solidFill>
          <a:latin typeface="Arial" panose="020B0604020202020204" pitchFamily="34" charset="0"/>
          <a:ea typeface="+mn-ea"/>
          <a:cs typeface="Arial" panose="020B0604020202020204" pitchFamily="34" charset="0"/>
        </a:defRPr>
      </a:lvl1pPr>
      <a:lvl2pPr marL="171446" indent="-171446" algn="l" defTabSz="914355" rtl="0" eaLnBrk="1" latinLnBrk="0" hangingPunct="1">
        <a:lnSpc>
          <a:spcPct val="100000"/>
        </a:lnSpc>
        <a:spcBef>
          <a:spcPts val="600"/>
        </a:spcBef>
        <a:buClrTx/>
        <a:buSzPct val="125000"/>
        <a:buFont typeface="Arial" panose="020B0604020202020204" pitchFamily="34" charset="0"/>
        <a:buChar char="•"/>
        <a:tabLst/>
        <a:defRPr sz="1400" kern="1200">
          <a:solidFill>
            <a:schemeClr val="tx2">
              <a:lumMod val="75000"/>
              <a:lumOff val="25000"/>
            </a:schemeClr>
          </a:solidFill>
          <a:latin typeface="Arial" panose="020B0604020202020204" pitchFamily="34" charset="0"/>
          <a:ea typeface="+mn-ea"/>
          <a:cs typeface="Arial" panose="020B0604020202020204" pitchFamily="34" charset="0"/>
        </a:defRPr>
      </a:lvl2pPr>
      <a:lvl3pPr marL="400040" indent="-171446" algn="l" defTabSz="914355" rtl="0" eaLnBrk="1" latinLnBrk="0" hangingPunct="1">
        <a:lnSpc>
          <a:spcPct val="100000"/>
        </a:lnSpc>
        <a:spcBef>
          <a:spcPts val="400"/>
        </a:spcBef>
        <a:buClrTx/>
        <a:buSzPct val="100000"/>
        <a:buFont typeface="Arial" panose="020B0604020202020204" pitchFamily="34" charset="0"/>
        <a:buChar char="–"/>
        <a:tabLst/>
        <a:defRPr sz="1200" kern="1200">
          <a:solidFill>
            <a:schemeClr val="tx2">
              <a:lumMod val="75000"/>
              <a:lumOff val="25000"/>
            </a:schemeClr>
          </a:solidFill>
          <a:latin typeface="Arial" panose="020B0604020202020204" pitchFamily="34" charset="0"/>
          <a:ea typeface="+mn-ea"/>
          <a:cs typeface="Arial" panose="020B0604020202020204" pitchFamily="34" charset="0"/>
        </a:defRPr>
      </a:lvl3pPr>
      <a:lvl4pPr marL="573074" indent="-115885" algn="l" defTabSz="914355" rtl="0" eaLnBrk="1" latinLnBrk="0" hangingPunct="1">
        <a:lnSpc>
          <a:spcPct val="100000"/>
        </a:lnSpc>
        <a:spcBef>
          <a:spcPts val="400"/>
        </a:spcBef>
        <a:buClrTx/>
        <a:buSzPct val="100000"/>
        <a:buFont typeface="Arial" panose="020B0604020202020204" pitchFamily="34" charset="0"/>
        <a:buChar char="•"/>
        <a:tabLst/>
        <a:defRPr sz="1050" kern="1200">
          <a:solidFill>
            <a:schemeClr val="tx2">
              <a:lumMod val="75000"/>
              <a:lumOff val="25000"/>
            </a:schemeClr>
          </a:solidFill>
          <a:latin typeface="Arial" panose="020B0604020202020204" pitchFamily="34" charset="0"/>
          <a:ea typeface="+mn-ea"/>
          <a:cs typeface="Arial" panose="020B0604020202020204" pitchFamily="34" charset="0"/>
        </a:defRPr>
      </a:lvl4pPr>
      <a:lvl5pPr marL="858817" indent="-173034" algn="l" defTabSz="914355" rtl="0" eaLnBrk="1" latinLnBrk="0" hangingPunct="1">
        <a:lnSpc>
          <a:spcPct val="100000"/>
        </a:lnSpc>
        <a:spcBef>
          <a:spcPts val="400"/>
        </a:spcBef>
        <a:buClrTx/>
        <a:buSzPct val="100000"/>
        <a:buFont typeface="Arial" panose="020B0604020202020204" pitchFamily="34" charset="0"/>
        <a:buChar char="–"/>
        <a:tabLst/>
        <a:defRPr sz="900" kern="1200">
          <a:solidFill>
            <a:schemeClr val="tx2">
              <a:lumMod val="75000"/>
              <a:lumOff val="25000"/>
            </a:schemeClr>
          </a:solidFill>
          <a:latin typeface="Arial" panose="020B0604020202020204" pitchFamily="34" charset="0"/>
          <a:ea typeface="+mn-ea"/>
          <a:cs typeface="Arial" panose="020B0604020202020204" pitchFamily="34" charset="0"/>
        </a:defRPr>
      </a:lvl5pPr>
      <a:lvl6pPr marL="1142944" indent="-228588" algn="l" defTabSz="914355"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532" indent="-228588" algn="l" defTabSz="914355"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120" indent="-228588" algn="l" defTabSz="914355"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120" indent="-228588" algn="l" defTabSz="914355"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0">
          <p15:clr>
            <a:srgbClr val="F26B43"/>
          </p15:clr>
        </p15:guide>
        <p15:guide id="3" pos="5520">
          <p15:clr>
            <a:srgbClr val="F26B43"/>
          </p15:clr>
        </p15:guide>
        <p15:guide id="4" orient="horz" pos="2988">
          <p15:clr>
            <a:srgbClr val="F26B43"/>
          </p15:clr>
        </p15:guide>
        <p15:guide id="5" orient="horz" pos="5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hyperlink" Target="https://helpx.adobe.com/experience-manager/6-5/sites/developing/using/reference-materials/javadoc/org/apache/sling/api/resource/ValueMap.html" TargetMode="Externa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hyperlink" Target="http://example.com/path/page.html" TargetMode="Externa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hyperlink" Target="http://example.com/that/two.selector.html/suffix?key=value" TargetMode="Externa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hyperlink" Target="https://experienceleague.adobe.com/docs/experience-manager-htl/using/htl/block-statements.html?lang=en" TargetMode="External"/><Relationship Id="rId7" Type="http://schemas.openxmlformats.org/officeDocument/2006/relationships/hyperlink" Target="https://experienceleague.adobe.com/docs/experience-manager-htl/using/htl/use-api-javascript.html?lang=en" TargetMode="External"/><Relationship Id="rId2" Type="http://schemas.openxmlformats.org/officeDocument/2006/relationships/hyperlink" Target="http://www.sgaemsolutions.com/2017/07/tips-and-tricks-of-htlsightly.html" TargetMode="External"/><Relationship Id="rId1" Type="http://schemas.openxmlformats.org/officeDocument/2006/relationships/slideLayout" Target="../slideLayouts/slideLayout22.xml"/><Relationship Id="rId6" Type="http://schemas.openxmlformats.org/officeDocument/2006/relationships/hyperlink" Target="http://www.sgaemsolutions.com/2018/09/deep-dive-in-sightlyhtl-in-aem-part-2.html" TargetMode="External"/><Relationship Id="rId5" Type="http://schemas.openxmlformats.org/officeDocument/2006/relationships/hyperlink" Target="http://www.sgaemsolutions.com/2018/03/deep-dive-in-htlsightly-in-aem-63.html" TargetMode="External"/><Relationship Id="rId4" Type="http://schemas.openxmlformats.org/officeDocument/2006/relationships/hyperlink" Target="https://experienceleague.adobe.com/docs/experience-manager-htl/using/htl/expression-language.html?lang=e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16">
            <a:extLst>
              <a:ext uri="{FF2B5EF4-FFF2-40B4-BE49-F238E27FC236}">
                <a16:creationId xmlns:a16="http://schemas.microsoft.com/office/drawing/2014/main" id="{D538CCB4-1560-6942-A5AB-C8F09B136643}"/>
              </a:ext>
            </a:extLst>
          </p:cNvPr>
          <p:cNvSpPr>
            <a:spLocks noGrp="1"/>
          </p:cNvSpPr>
          <p:nvPr>
            <p:ph type="ftr" sz="quarter" idx="3"/>
          </p:nvPr>
        </p:nvSpPr>
        <p:spPr>
          <a:xfrm>
            <a:off x="392897" y="4611638"/>
            <a:ext cx="4572000" cy="155448"/>
          </a:xfrm>
        </p:spPr>
        <p:txBody>
          <a:bodyPr/>
          <a:lstStyle/>
          <a:p>
            <a:r>
              <a:rPr lang="en-US"/>
              <a:t>© 2020 Cognizant</a:t>
            </a:r>
          </a:p>
        </p:txBody>
      </p:sp>
      <p:sp>
        <p:nvSpPr>
          <p:cNvPr id="16" name="Title 15">
            <a:extLst>
              <a:ext uri="{FF2B5EF4-FFF2-40B4-BE49-F238E27FC236}">
                <a16:creationId xmlns:a16="http://schemas.microsoft.com/office/drawing/2014/main" id="{4BCE1D04-0A9E-5D41-992E-0FA6F4F8B1DE}"/>
              </a:ext>
            </a:extLst>
          </p:cNvPr>
          <p:cNvSpPr>
            <a:spLocks noGrp="1"/>
          </p:cNvSpPr>
          <p:nvPr>
            <p:ph type="ctrTitle"/>
          </p:nvPr>
        </p:nvSpPr>
        <p:spPr>
          <a:xfrm>
            <a:off x="414163" y="1893666"/>
            <a:ext cx="8348837" cy="443198"/>
          </a:xfrm>
        </p:spPr>
        <p:txBody>
          <a:bodyPr/>
          <a:lstStyle/>
          <a:p>
            <a:r>
              <a:rPr lang="en-US" sz="3200"/>
              <a:t>HTL - Basic and Advanced</a:t>
            </a:r>
          </a:p>
        </p:txBody>
      </p:sp>
      <p:sp>
        <p:nvSpPr>
          <p:cNvPr id="2" name="Text Placeholder 1"/>
          <p:cNvSpPr>
            <a:spLocks noGrp="1"/>
          </p:cNvSpPr>
          <p:nvPr>
            <p:ph type="body" sz="quarter" idx="12"/>
          </p:nvPr>
        </p:nvSpPr>
        <p:spPr>
          <a:xfrm>
            <a:off x="408151" y="2571750"/>
            <a:ext cx="8327698" cy="406477"/>
          </a:xfrm>
        </p:spPr>
        <p:txBody>
          <a:bodyPr/>
          <a:lstStyle/>
          <a:p>
            <a:endParaRPr lang="en-US"/>
          </a:p>
        </p:txBody>
      </p:sp>
    </p:spTree>
    <p:extLst>
      <p:ext uri="{BB962C8B-B14F-4D97-AF65-F5344CB8AC3E}">
        <p14:creationId xmlns:p14="http://schemas.microsoft.com/office/powerpoint/2010/main" val="2456754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32AB80A-78BA-6B42-BA0D-B44ACF890F5A}" type="slidenum">
              <a:rPr lang="en-US" smtClean="0"/>
              <a:pPr/>
              <a:t>2</a:t>
            </a:fld>
            <a:endParaRPr lang="en-US"/>
          </a:p>
        </p:txBody>
      </p:sp>
      <p:sp>
        <p:nvSpPr>
          <p:cNvPr id="3" name="Title 2"/>
          <p:cNvSpPr>
            <a:spLocks noGrp="1"/>
          </p:cNvSpPr>
          <p:nvPr>
            <p:ph type="title"/>
          </p:nvPr>
        </p:nvSpPr>
        <p:spPr>
          <a:xfrm>
            <a:off x="385100" y="132776"/>
            <a:ext cx="8693587" cy="458581"/>
          </a:xfrm>
        </p:spPr>
        <p:txBody>
          <a:bodyPr>
            <a:normAutofit fontScale="90000"/>
          </a:bodyPr>
          <a:lstStyle/>
          <a:p>
            <a:r>
              <a:rPr lang="en-US" sz="2400"/>
              <a:t>Content</a:t>
            </a:r>
            <a:br>
              <a:rPr lang="en-US" sz="2400"/>
            </a:br>
            <a:endParaRPr lang="en-US" sz="2400" b="1">
              <a:solidFill>
                <a:srgbClr val="FF0000"/>
              </a:solidFill>
            </a:endParaRPr>
          </a:p>
        </p:txBody>
      </p:sp>
      <p:sp>
        <p:nvSpPr>
          <p:cNvPr id="4" name="Text Placeholder 3"/>
          <p:cNvSpPr>
            <a:spLocks noGrp="1"/>
          </p:cNvSpPr>
          <p:nvPr>
            <p:ph type="body" sz="quarter" idx="13"/>
          </p:nvPr>
        </p:nvSpPr>
        <p:spPr>
          <a:xfrm>
            <a:off x="385100" y="688643"/>
            <a:ext cx="7850809" cy="3280567"/>
          </a:xfrm>
        </p:spPr>
        <p:txBody>
          <a:bodyPr>
            <a:normAutofit/>
          </a:bodyPr>
          <a:lstStyle/>
          <a:p>
            <a:pPr marL="342900" indent="-342900">
              <a:buFont typeface="Wingdings" panose="05000000000000000000" pitchFamily="2" charset="2"/>
              <a:buChar char="Ø"/>
            </a:pPr>
            <a:r>
              <a:rPr lang="en-US" sz="1600">
                <a:solidFill>
                  <a:srgbClr val="00277E"/>
                </a:solidFill>
              </a:rPr>
              <a:t>Introduction of HTL</a:t>
            </a:r>
          </a:p>
          <a:p>
            <a:pPr marL="342900" indent="-342900">
              <a:buFont typeface="Wingdings" panose="05000000000000000000" pitchFamily="2" charset="2"/>
              <a:buChar char="Ø"/>
            </a:pPr>
            <a:r>
              <a:rPr lang="en-US" sz="1600">
                <a:solidFill>
                  <a:srgbClr val="00277E"/>
                </a:solidFill>
              </a:rPr>
              <a:t>Expression Language</a:t>
            </a:r>
          </a:p>
          <a:p>
            <a:pPr marL="342900" indent="-342900">
              <a:buFont typeface="Wingdings" panose="05000000000000000000" pitchFamily="2" charset="2"/>
              <a:buChar char="Ø"/>
            </a:pPr>
            <a:r>
              <a:rPr lang="en-US" sz="1600">
                <a:solidFill>
                  <a:srgbClr val="00277E"/>
                </a:solidFill>
              </a:rPr>
              <a:t>Basic block Statement</a:t>
            </a:r>
          </a:p>
          <a:p>
            <a:pPr marL="342900" indent="-342900">
              <a:buFont typeface="Wingdings" panose="05000000000000000000" pitchFamily="2" charset="2"/>
              <a:buChar char="Ø"/>
            </a:pPr>
            <a:r>
              <a:rPr lang="en-US" sz="1600">
                <a:solidFill>
                  <a:srgbClr val="00277E"/>
                </a:solidFill>
              </a:rPr>
              <a:t>Advanced block Statement</a:t>
            </a:r>
          </a:p>
          <a:p>
            <a:pPr marL="342900" indent="-342900">
              <a:buFont typeface="Wingdings" panose="05000000000000000000" pitchFamily="2" charset="2"/>
              <a:buChar char="Ø"/>
            </a:pPr>
            <a:r>
              <a:rPr lang="en-US" sz="1600">
                <a:solidFill>
                  <a:srgbClr val="00277E"/>
                </a:solidFill>
              </a:rPr>
              <a:t>HTL </a:t>
            </a:r>
            <a:r>
              <a:rPr lang="en-US" sz="1600" err="1">
                <a:solidFill>
                  <a:srgbClr val="00277E"/>
                </a:solidFill>
              </a:rPr>
              <a:t>Javascript</a:t>
            </a:r>
            <a:r>
              <a:rPr lang="en-US" sz="1600">
                <a:solidFill>
                  <a:srgbClr val="00277E"/>
                </a:solidFill>
              </a:rPr>
              <a:t> Use- API (Overview only)</a:t>
            </a:r>
            <a:endParaRPr lang="en-US" sz="1400"/>
          </a:p>
          <a:p>
            <a:pPr marL="342900" indent="-342900">
              <a:buAutoNum type="arabicPeriod"/>
            </a:pPr>
            <a:endParaRPr lang="en-US" sz="1400"/>
          </a:p>
        </p:txBody>
      </p:sp>
    </p:spTree>
    <p:extLst>
      <p:ext uri="{BB962C8B-B14F-4D97-AF65-F5344CB8AC3E}">
        <p14:creationId xmlns:p14="http://schemas.microsoft.com/office/powerpoint/2010/main" val="321938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413708-8B27-4F85-8BE2-37A9EBDF92A0}"/>
              </a:ext>
            </a:extLst>
          </p:cNvPr>
          <p:cNvSpPr txBox="1"/>
          <p:nvPr/>
        </p:nvSpPr>
        <p:spPr>
          <a:xfrm>
            <a:off x="546846" y="2833744"/>
            <a:ext cx="8050306" cy="1107996"/>
          </a:xfrm>
          <a:prstGeom prst="rect">
            <a:avLst/>
          </a:prstGeom>
        </p:spPr>
        <p:txBody>
          <a:bodyPr wrap="square" lIns="0" tIns="0" rIns="0" bIns="0" rtlCol="0">
            <a:spAutoFit/>
          </a:bodyPr>
          <a:lstStyle/>
          <a:p>
            <a:pPr marL="171450" indent="-171450" algn="l">
              <a:buFont typeface="Wingdings" panose="05000000000000000000" pitchFamily="2" charset="2"/>
              <a:buChar char="Ø"/>
            </a:pPr>
            <a:r>
              <a:rPr lang="en-US" sz="1200">
                <a:solidFill>
                  <a:srgbClr val="00B050"/>
                </a:solidFill>
              </a:rPr>
              <a:t>Increased Security:</a:t>
            </a:r>
          </a:p>
          <a:p>
            <a:pPr algn="l"/>
            <a:endParaRPr lang="en-US" sz="1200">
              <a:solidFill>
                <a:schemeClr val="accent4">
                  <a:lumMod val="50000"/>
                </a:schemeClr>
              </a:solidFill>
            </a:endParaRPr>
          </a:p>
          <a:p>
            <a:pPr algn="l"/>
            <a:r>
              <a:rPr lang="en-US" sz="1200">
                <a:solidFill>
                  <a:schemeClr val="accent4">
                    <a:lumMod val="50000"/>
                  </a:schemeClr>
                </a:solidFill>
              </a:rPr>
              <a:t>	HTL automatically filters and escapes all text being output to the presentation layer to prevent cross-site-scripting 	(XSS) vulnerabilities</a:t>
            </a:r>
          </a:p>
          <a:p>
            <a:pPr algn="l"/>
            <a:endParaRPr lang="en-US" sz="1200">
              <a:solidFill>
                <a:schemeClr val="accent4">
                  <a:lumMod val="50000"/>
                </a:schemeClr>
              </a:solidFill>
            </a:endParaRPr>
          </a:p>
          <a:p>
            <a:pPr algn="l"/>
            <a:r>
              <a:rPr lang="en-US" sz="1200">
                <a:solidFill>
                  <a:schemeClr val="accent4">
                    <a:lumMod val="50000"/>
                  </a:schemeClr>
                </a:solidFill>
              </a:rPr>
              <a:t>	Automatically applies the proper context-aware escaping to all variables being output to the presentation layer.</a:t>
            </a:r>
            <a:endParaRPr lang="en-IN" sz="1200">
              <a:solidFill>
                <a:schemeClr val="accent4">
                  <a:lumMod val="50000"/>
                </a:schemeClr>
              </a:solidFill>
            </a:endParaRPr>
          </a:p>
        </p:txBody>
      </p:sp>
      <p:pic>
        <p:nvPicPr>
          <p:cNvPr id="5" name="Picture 4">
            <a:extLst>
              <a:ext uri="{FF2B5EF4-FFF2-40B4-BE49-F238E27FC236}">
                <a16:creationId xmlns:a16="http://schemas.microsoft.com/office/drawing/2014/main" id="{F9B2D394-015D-45B6-B79F-42E63F1AF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0620" y="432349"/>
            <a:ext cx="6802759" cy="2044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478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251A-5112-4D26-9C5E-EF08F1579CAB}"/>
              </a:ext>
            </a:extLst>
          </p:cNvPr>
          <p:cNvSpPr>
            <a:spLocks noGrp="1"/>
          </p:cNvSpPr>
          <p:nvPr>
            <p:ph type="title"/>
          </p:nvPr>
        </p:nvSpPr>
        <p:spPr/>
        <p:txBody>
          <a:bodyPr/>
          <a:lstStyle/>
          <a:p>
            <a:r>
              <a:rPr lang="en-US"/>
              <a:t>HTL Syntax</a:t>
            </a:r>
            <a:endParaRPr lang="en-IN"/>
          </a:p>
        </p:txBody>
      </p:sp>
      <p:sp>
        <p:nvSpPr>
          <p:cNvPr id="3" name="TextBox 2">
            <a:extLst>
              <a:ext uri="{FF2B5EF4-FFF2-40B4-BE49-F238E27FC236}">
                <a16:creationId xmlns:a16="http://schemas.microsoft.com/office/drawing/2014/main" id="{B0980DD0-ABEE-4F84-984B-2E6C7D0B0142}"/>
              </a:ext>
            </a:extLst>
          </p:cNvPr>
          <p:cNvSpPr txBox="1"/>
          <p:nvPr/>
        </p:nvSpPr>
        <p:spPr>
          <a:xfrm>
            <a:off x="381001" y="895350"/>
            <a:ext cx="8378952" cy="3508653"/>
          </a:xfrm>
          <a:prstGeom prst="rect">
            <a:avLst/>
          </a:prstGeom>
        </p:spPr>
        <p:txBody>
          <a:bodyPr wrap="square" lIns="0" tIns="0" rIns="0" bIns="0" rtlCol="0">
            <a:spAutoFit/>
          </a:bodyPr>
          <a:lstStyle/>
          <a:p>
            <a:r>
              <a:rPr lang="en-US" sz="1200"/>
              <a:t>Every HTL file is an HTML5 document or fragment, augmented with a specific syntax that adds the dynamic functionality</a:t>
            </a:r>
          </a:p>
          <a:p>
            <a:endParaRPr lang="en-US" sz="1200"/>
          </a:p>
          <a:p>
            <a:r>
              <a:rPr lang="en-US" sz="1200"/>
              <a:t>There are two different kind of syntaxes: - Blocks and Expressions Statements</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endParaRPr lang="en-US" sz="1200"/>
          </a:p>
          <a:p>
            <a:pPr marL="342900" indent="-342900">
              <a:buFont typeface="Wingdings" panose="05000000000000000000" pitchFamily="2" charset="2"/>
              <a:buChar char="Ø"/>
            </a:pPr>
            <a:endParaRPr lang="en-US" sz="1200" u="sng"/>
          </a:p>
          <a:p>
            <a:pPr marL="342900" indent="-342900">
              <a:buFont typeface="Wingdings" panose="05000000000000000000" pitchFamily="2" charset="2"/>
              <a:buChar char="Ø"/>
            </a:pPr>
            <a:r>
              <a:rPr lang="en-US" sz="1200" u="sng"/>
              <a:t>Block Statements </a:t>
            </a:r>
            <a:r>
              <a:rPr lang="en-US" sz="1200"/>
              <a:t>- To conditionally display the &lt;h1&gt; element, a data-sly-test HTML5 data attribute is used. HTL provides multiple such attributes, which allow to attach behavior to any HTML element, and all are prefixed with </a:t>
            </a:r>
            <a:r>
              <a:rPr lang="en-US" sz="1200" b="1"/>
              <a:t>data-sly.</a:t>
            </a:r>
          </a:p>
          <a:p>
            <a:pPr marL="342900" indent="-342900">
              <a:buFont typeface="Wingdings" panose="05000000000000000000" pitchFamily="2" charset="2"/>
              <a:buChar char="Ø"/>
            </a:pPr>
            <a:endParaRPr lang="en-US" sz="1200" b="1"/>
          </a:p>
          <a:p>
            <a:pPr marL="342900" indent="-342900">
              <a:buFont typeface="Wingdings" panose="05000000000000000000" pitchFamily="2" charset="2"/>
              <a:buChar char="Ø"/>
            </a:pPr>
            <a:r>
              <a:rPr lang="en-US" sz="1200" u="sng"/>
              <a:t>Expression Language </a:t>
            </a:r>
            <a:r>
              <a:rPr lang="en-US" sz="1200"/>
              <a:t>- HTL expressions are delimited by characters ${ and }. At runtime, these expressions are evaluated and their value is injected into the outgoing HTML stream.</a:t>
            </a:r>
          </a:p>
          <a:p>
            <a:pPr algn="l"/>
            <a:endParaRPr lang="en-IN" sz="1200">
              <a:solidFill>
                <a:schemeClr val="tx2"/>
              </a:solidFill>
            </a:endParaRPr>
          </a:p>
        </p:txBody>
      </p:sp>
      <p:pic>
        <p:nvPicPr>
          <p:cNvPr id="4" name="Picture 3">
            <a:extLst>
              <a:ext uri="{FF2B5EF4-FFF2-40B4-BE49-F238E27FC236}">
                <a16:creationId xmlns:a16="http://schemas.microsoft.com/office/drawing/2014/main" id="{6784108F-5C54-4C9A-87EF-54CD4A46B3B4}"/>
              </a:ext>
            </a:extLst>
          </p:cNvPr>
          <p:cNvPicPr>
            <a:picLocks noChangeAspect="1"/>
          </p:cNvPicPr>
          <p:nvPr/>
        </p:nvPicPr>
        <p:blipFill>
          <a:blip r:embed="rId2"/>
          <a:stretch>
            <a:fillRect/>
          </a:stretch>
        </p:blipFill>
        <p:spPr>
          <a:xfrm>
            <a:off x="1216098" y="1789724"/>
            <a:ext cx="6185137" cy="1034236"/>
          </a:xfrm>
          <a:prstGeom prst="rect">
            <a:avLst/>
          </a:prstGeom>
        </p:spPr>
      </p:pic>
    </p:spTree>
    <p:extLst>
      <p:ext uri="{BB962C8B-B14F-4D97-AF65-F5344CB8AC3E}">
        <p14:creationId xmlns:p14="http://schemas.microsoft.com/office/powerpoint/2010/main" val="3789807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B6352-6138-4279-A86C-AE04BF626566}"/>
              </a:ext>
            </a:extLst>
          </p:cNvPr>
          <p:cNvSpPr>
            <a:spLocks noGrp="1"/>
          </p:cNvSpPr>
          <p:nvPr>
            <p:ph type="title"/>
          </p:nvPr>
        </p:nvSpPr>
        <p:spPr/>
        <p:txBody>
          <a:bodyPr/>
          <a:lstStyle/>
          <a:p>
            <a:r>
              <a:rPr lang="en-US"/>
              <a:t>Example</a:t>
            </a:r>
            <a:endParaRPr lang="en-IN"/>
          </a:p>
        </p:txBody>
      </p:sp>
      <p:sp>
        <p:nvSpPr>
          <p:cNvPr id="3" name="TextBox 2">
            <a:extLst>
              <a:ext uri="{FF2B5EF4-FFF2-40B4-BE49-F238E27FC236}">
                <a16:creationId xmlns:a16="http://schemas.microsoft.com/office/drawing/2014/main" id="{8D8EC218-0DDE-45AB-BF6A-45BF4268F556}"/>
              </a:ext>
            </a:extLst>
          </p:cNvPr>
          <p:cNvSpPr txBox="1"/>
          <p:nvPr/>
        </p:nvSpPr>
        <p:spPr>
          <a:xfrm>
            <a:off x="586740" y="891540"/>
            <a:ext cx="6911340" cy="3323987"/>
          </a:xfrm>
          <a:prstGeom prst="rect">
            <a:avLst/>
          </a:prstGeom>
        </p:spPr>
        <p:txBody>
          <a:bodyPr wrap="square" lIns="0" tIns="0" rIns="0" bIns="0" rtlCol="0">
            <a:spAutoFit/>
          </a:bodyPr>
          <a:lstStyle/>
          <a:p>
            <a:pPr algn="l"/>
            <a:endParaRPr lang="en-US" sz="1200">
              <a:solidFill>
                <a:schemeClr val="accent4">
                  <a:lumMod val="50000"/>
                </a:schemeClr>
              </a:solidFill>
            </a:endParaRPr>
          </a:p>
          <a:p>
            <a:pPr algn="l"/>
            <a:r>
              <a:rPr lang="en-US" sz="1200">
                <a:solidFill>
                  <a:schemeClr val="accent4">
                    <a:lumMod val="50000"/>
                  </a:schemeClr>
                </a:solidFill>
              </a:rPr>
              <a:t>&lt;sly data-sly-</a:t>
            </a:r>
            <a:r>
              <a:rPr lang="en-US" sz="1200" err="1">
                <a:solidFill>
                  <a:schemeClr val="accent4">
                    <a:lumMod val="50000"/>
                  </a:schemeClr>
                </a:solidFill>
              </a:rPr>
              <a:t>test.scheme</a:t>
            </a:r>
            <a:r>
              <a:rPr lang="en-US" sz="1200">
                <a:solidFill>
                  <a:schemeClr val="accent4">
                    <a:lumMod val="50000"/>
                  </a:schemeClr>
                </a:solidFill>
              </a:rPr>
              <a:t>="${</a:t>
            </a:r>
            <a:r>
              <a:rPr lang="en-US" sz="1200" err="1">
                <a:solidFill>
                  <a:schemeClr val="accent4">
                    <a:lumMod val="50000"/>
                  </a:schemeClr>
                </a:solidFill>
              </a:rPr>
              <a:t>request.scheme</a:t>
            </a:r>
            <a:r>
              <a:rPr lang="en-US" sz="1200">
                <a:solidFill>
                  <a:schemeClr val="accent4">
                    <a:lumMod val="50000"/>
                  </a:schemeClr>
                </a:solidFill>
              </a:rPr>
              <a:t>}"/&gt;</a:t>
            </a:r>
          </a:p>
          <a:p>
            <a:pPr algn="l"/>
            <a:r>
              <a:rPr lang="en-US" sz="1200">
                <a:solidFill>
                  <a:schemeClr val="accent4">
                    <a:lumMod val="50000"/>
                  </a:schemeClr>
                </a:solidFill>
              </a:rPr>
              <a:t>&lt;sly data-sly-</a:t>
            </a:r>
            <a:r>
              <a:rPr lang="en-US" sz="1200" err="1">
                <a:solidFill>
                  <a:schemeClr val="accent4">
                    <a:lumMod val="50000"/>
                  </a:schemeClr>
                </a:solidFill>
              </a:rPr>
              <a:t>test.servername</a:t>
            </a:r>
            <a:r>
              <a:rPr lang="en-US" sz="1200">
                <a:solidFill>
                  <a:schemeClr val="accent4">
                    <a:lumMod val="50000"/>
                  </a:schemeClr>
                </a:solidFill>
              </a:rPr>
              <a:t>="${</a:t>
            </a:r>
            <a:r>
              <a:rPr lang="en-US" sz="1200" err="1">
                <a:solidFill>
                  <a:schemeClr val="accent4">
                    <a:lumMod val="50000"/>
                  </a:schemeClr>
                </a:solidFill>
              </a:rPr>
              <a:t>request.serverName</a:t>
            </a:r>
            <a:r>
              <a:rPr lang="en-US" sz="1200">
                <a:solidFill>
                  <a:schemeClr val="accent4">
                    <a:lumMod val="50000"/>
                  </a:schemeClr>
                </a:solidFill>
              </a:rPr>
              <a:t>}"/&gt;</a:t>
            </a:r>
          </a:p>
          <a:p>
            <a:pPr algn="l"/>
            <a:r>
              <a:rPr lang="en-US" sz="1200">
                <a:solidFill>
                  <a:schemeClr val="accent4">
                    <a:lumMod val="50000"/>
                  </a:schemeClr>
                </a:solidFill>
              </a:rPr>
              <a:t>&lt;sly data-sly-</a:t>
            </a:r>
            <a:r>
              <a:rPr lang="en-US" sz="1200" err="1">
                <a:solidFill>
                  <a:schemeClr val="accent4">
                    <a:lumMod val="50000"/>
                  </a:schemeClr>
                </a:solidFill>
              </a:rPr>
              <a:t>test.serverport</a:t>
            </a:r>
            <a:r>
              <a:rPr lang="en-US" sz="1200">
                <a:solidFill>
                  <a:schemeClr val="accent4">
                    <a:lumMod val="50000"/>
                  </a:schemeClr>
                </a:solidFill>
              </a:rPr>
              <a:t>="${</a:t>
            </a:r>
            <a:r>
              <a:rPr lang="en-US" sz="1200" err="1">
                <a:solidFill>
                  <a:schemeClr val="accent4">
                    <a:lumMod val="50000"/>
                  </a:schemeClr>
                </a:solidFill>
              </a:rPr>
              <a:t>request.serverPort</a:t>
            </a:r>
            <a:r>
              <a:rPr lang="en-US" sz="1200">
                <a:solidFill>
                  <a:schemeClr val="accent4">
                    <a:lumMod val="50000"/>
                  </a:schemeClr>
                </a:solidFill>
              </a:rPr>
              <a:t>}"/&gt;</a:t>
            </a:r>
          </a:p>
          <a:p>
            <a:pPr algn="l"/>
            <a:r>
              <a:rPr lang="en-US" sz="1200">
                <a:solidFill>
                  <a:schemeClr val="accent4">
                    <a:lumMod val="50000"/>
                  </a:schemeClr>
                </a:solidFill>
              </a:rPr>
              <a:t>&lt;sly data-sly-</a:t>
            </a:r>
            <a:r>
              <a:rPr lang="en-US" sz="1200" err="1">
                <a:solidFill>
                  <a:schemeClr val="accent4">
                    <a:lumMod val="50000"/>
                  </a:schemeClr>
                </a:solidFill>
              </a:rPr>
              <a:t>test.uri</a:t>
            </a:r>
            <a:r>
              <a:rPr lang="en-US" sz="1200">
                <a:solidFill>
                  <a:schemeClr val="accent4">
                    <a:lumMod val="50000"/>
                  </a:schemeClr>
                </a:solidFill>
              </a:rPr>
              <a:t>="${</a:t>
            </a:r>
            <a:r>
              <a:rPr lang="en-US" sz="1200" err="1">
                <a:solidFill>
                  <a:schemeClr val="accent4">
                    <a:lumMod val="50000"/>
                  </a:schemeClr>
                </a:solidFill>
              </a:rPr>
              <a:t>request.requestURI</a:t>
            </a:r>
            <a:r>
              <a:rPr lang="en-US" sz="1200">
                <a:solidFill>
                  <a:schemeClr val="accent4">
                    <a:lumMod val="50000"/>
                  </a:schemeClr>
                </a:solidFill>
              </a:rPr>
              <a:t>}"/&gt;</a:t>
            </a:r>
          </a:p>
          <a:p>
            <a:pPr algn="l"/>
            <a:endParaRPr lang="en-US" sz="1200">
              <a:solidFill>
                <a:schemeClr val="accent4">
                  <a:lumMod val="50000"/>
                </a:schemeClr>
              </a:solidFill>
            </a:endParaRPr>
          </a:p>
          <a:p>
            <a:pPr algn="l"/>
            <a:r>
              <a:rPr lang="en-US" sz="1200">
                <a:solidFill>
                  <a:schemeClr val="accent4">
                    <a:lumMod val="50000"/>
                  </a:schemeClr>
                </a:solidFill>
              </a:rPr>
              <a:t>&lt;h1 data-sly-test=“${</a:t>
            </a:r>
            <a:r>
              <a:rPr lang="en-US" sz="1200" err="1">
                <a:solidFill>
                  <a:schemeClr val="accent4">
                    <a:lumMod val="50000"/>
                  </a:schemeClr>
                </a:solidFill>
              </a:rPr>
              <a:t>currentPage.title</a:t>
            </a:r>
            <a:r>
              <a:rPr lang="en-US" sz="1200">
                <a:solidFill>
                  <a:schemeClr val="accent4">
                    <a:lumMod val="50000"/>
                  </a:schemeClr>
                </a:solidFill>
              </a:rPr>
              <a:t>}”&gt;</a:t>
            </a:r>
          </a:p>
          <a:p>
            <a:pPr algn="l"/>
            <a:r>
              <a:rPr lang="en-US" sz="1200">
                <a:solidFill>
                  <a:schemeClr val="accent4">
                    <a:lumMod val="50000"/>
                  </a:schemeClr>
                </a:solidFill>
              </a:rPr>
              <a:t>	&lt;a </a:t>
            </a:r>
            <a:r>
              <a:rPr lang="en-US" sz="1200" err="1">
                <a:solidFill>
                  <a:schemeClr val="accent4">
                    <a:lumMod val="50000"/>
                  </a:schemeClr>
                </a:solidFill>
              </a:rPr>
              <a:t>href</a:t>
            </a:r>
            <a:r>
              <a:rPr lang="en-US" sz="1200">
                <a:solidFill>
                  <a:schemeClr val="accent4">
                    <a:lumMod val="50000"/>
                  </a:schemeClr>
                </a:solidFill>
              </a:rPr>
              <a:t>="${scheme}://${</a:t>
            </a:r>
            <a:r>
              <a:rPr lang="en-US" sz="1200" err="1">
                <a:solidFill>
                  <a:schemeClr val="accent4">
                    <a:lumMod val="50000"/>
                  </a:schemeClr>
                </a:solidFill>
              </a:rPr>
              <a:t>servername</a:t>
            </a:r>
            <a:r>
              <a:rPr lang="en-US" sz="1200">
                <a:solidFill>
                  <a:schemeClr val="accent4">
                    <a:lumMod val="50000"/>
                  </a:schemeClr>
                </a:solidFill>
              </a:rPr>
              <a:t>}:${</a:t>
            </a:r>
            <a:r>
              <a:rPr lang="en-US" sz="1200" err="1">
                <a:solidFill>
                  <a:schemeClr val="accent4">
                    <a:lumMod val="50000"/>
                  </a:schemeClr>
                </a:solidFill>
              </a:rPr>
              <a:t>serverport</a:t>
            </a:r>
            <a:r>
              <a:rPr lang="en-US" sz="1200">
                <a:solidFill>
                  <a:schemeClr val="accent4">
                    <a:lumMod val="50000"/>
                  </a:schemeClr>
                </a:solidFill>
              </a:rPr>
              <a:t>}${</a:t>
            </a:r>
            <a:r>
              <a:rPr lang="en-US" sz="1200" err="1">
                <a:solidFill>
                  <a:schemeClr val="accent4">
                    <a:lumMod val="50000"/>
                  </a:schemeClr>
                </a:solidFill>
              </a:rPr>
              <a:t>uri</a:t>
            </a:r>
            <a:r>
              <a:rPr lang="en-US" sz="1200">
                <a:solidFill>
                  <a:schemeClr val="accent4">
                    <a:lumMod val="50000"/>
                  </a:schemeClr>
                </a:solidFill>
              </a:rPr>
              <a:t>}"&gt;</a:t>
            </a:r>
          </a:p>
          <a:p>
            <a:pPr algn="l"/>
            <a:r>
              <a:rPr lang="en-US" sz="1200">
                <a:solidFill>
                  <a:schemeClr val="accent4">
                    <a:lumMod val="50000"/>
                  </a:schemeClr>
                </a:solidFill>
              </a:rPr>
              <a:t>		${</a:t>
            </a:r>
            <a:r>
              <a:rPr lang="en-US" sz="1200" err="1">
                <a:solidFill>
                  <a:schemeClr val="accent4">
                    <a:lumMod val="50000"/>
                  </a:schemeClr>
                </a:solidFill>
              </a:rPr>
              <a:t>currentPage.title</a:t>
            </a:r>
            <a:r>
              <a:rPr lang="en-US" sz="1200">
                <a:solidFill>
                  <a:schemeClr val="accent4">
                    <a:lumMod val="50000"/>
                  </a:schemeClr>
                </a:solidFill>
              </a:rPr>
              <a:t>}</a:t>
            </a:r>
          </a:p>
          <a:p>
            <a:pPr algn="l"/>
            <a:r>
              <a:rPr lang="en-US" sz="1200">
                <a:solidFill>
                  <a:schemeClr val="accent4">
                    <a:lumMod val="50000"/>
                  </a:schemeClr>
                </a:solidFill>
              </a:rPr>
              <a:t>	&lt;/a&gt;</a:t>
            </a:r>
          </a:p>
          <a:p>
            <a:pPr algn="l"/>
            <a:r>
              <a:rPr lang="en-US" sz="1200">
                <a:solidFill>
                  <a:schemeClr val="accent4">
                    <a:lumMod val="50000"/>
                  </a:schemeClr>
                </a:solidFill>
              </a:rPr>
              <a:t>&lt;/h1&gt;</a:t>
            </a:r>
          </a:p>
          <a:p>
            <a:pPr algn="l"/>
            <a:endParaRPr lang="en-US" sz="1200">
              <a:solidFill>
                <a:schemeClr val="accent4">
                  <a:lumMod val="50000"/>
                </a:schemeClr>
              </a:solidFill>
            </a:endParaRPr>
          </a:p>
          <a:p>
            <a:pPr algn="l"/>
            <a:endParaRPr lang="en-US" sz="1200">
              <a:solidFill>
                <a:schemeClr val="accent4">
                  <a:lumMod val="50000"/>
                </a:schemeClr>
              </a:solidFill>
            </a:endParaRPr>
          </a:p>
          <a:p>
            <a:pPr algn="l"/>
            <a:r>
              <a:rPr lang="en-US" sz="1200" b="1" u="sng">
                <a:solidFill>
                  <a:schemeClr val="accent6">
                    <a:lumMod val="10000"/>
                  </a:schemeClr>
                </a:solidFill>
              </a:rPr>
              <a:t>Output</a:t>
            </a:r>
          </a:p>
          <a:p>
            <a:pPr algn="l"/>
            <a:endParaRPr lang="en-US" sz="1200" u="sng">
              <a:solidFill>
                <a:schemeClr val="accent4">
                  <a:lumMod val="50000"/>
                </a:schemeClr>
              </a:solidFill>
            </a:endParaRPr>
          </a:p>
          <a:p>
            <a:r>
              <a:rPr lang="pt-BR" sz="1200">
                <a:solidFill>
                  <a:schemeClr val="accent4">
                    <a:lumMod val="50000"/>
                  </a:schemeClr>
                </a:solidFill>
              </a:rPr>
              <a:t>&lt;h1&gt;	</a:t>
            </a:r>
          </a:p>
          <a:p>
            <a:r>
              <a:rPr lang="pt-BR" sz="1200">
                <a:solidFill>
                  <a:schemeClr val="accent4">
                    <a:lumMod val="50000"/>
                  </a:schemeClr>
                </a:solidFill>
              </a:rPr>
              <a:t>&lt;a href="http://localhost:4502/content/genc-aem-training/us/en.html"&gt;en&lt;/a&gt;</a:t>
            </a:r>
          </a:p>
          <a:p>
            <a:r>
              <a:rPr lang="pt-BR" sz="1200">
                <a:solidFill>
                  <a:schemeClr val="accent4">
                    <a:lumMod val="50000"/>
                  </a:schemeClr>
                </a:solidFill>
              </a:rPr>
              <a:t>&lt;/h1&gt;</a:t>
            </a:r>
            <a:endParaRPr lang="en-IN" sz="1200">
              <a:solidFill>
                <a:schemeClr val="accent4">
                  <a:lumMod val="50000"/>
                </a:schemeClr>
              </a:solidFill>
            </a:endParaRPr>
          </a:p>
        </p:txBody>
      </p:sp>
    </p:spTree>
    <p:extLst>
      <p:ext uri="{BB962C8B-B14F-4D97-AF65-F5344CB8AC3E}">
        <p14:creationId xmlns:p14="http://schemas.microsoft.com/office/powerpoint/2010/main" val="2688982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AF71-92BB-4FD3-826D-3E356EFC1B49}"/>
              </a:ext>
            </a:extLst>
          </p:cNvPr>
          <p:cNvSpPr>
            <a:spLocks noGrp="1"/>
          </p:cNvSpPr>
          <p:nvPr>
            <p:ph type="title"/>
          </p:nvPr>
        </p:nvSpPr>
        <p:spPr>
          <a:xfrm>
            <a:off x="237744" y="1950720"/>
            <a:ext cx="3770376" cy="621030"/>
          </a:xfrm>
        </p:spPr>
        <p:txBody>
          <a:bodyPr/>
          <a:lstStyle/>
          <a:p>
            <a:r>
              <a:rPr lang="en-US" dirty="0"/>
              <a:t>Useful Objects Available</a:t>
            </a:r>
            <a:br>
              <a:rPr lang="en-US"/>
            </a:br>
            <a:br>
              <a:rPr lang="en-US"/>
            </a:br>
            <a:r>
              <a:rPr lang="en-US" sz="1200" b="0" dirty="0"/>
              <a:t>Each of the following objects is backed by the corresponding Java object.</a:t>
            </a:r>
            <a:br>
              <a:rPr lang="en-US" sz="1200" b="0"/>
            </a:br>
            <a:endParaRPr lang="en-IN" sz="1200" b="0"/>
          </a:p>
        </p:txBody>
      </p:sp>
      <p:sp>
        <p:nvSpPr>
          <p:cNvPr id="3" name="TextBox 2">
            <a:extLst>
              <a:ext uri="{FF2B5EF4-FFF2-40B4-BE49-F238E27FC236}">
                <a16:creationId xmlns:a16="http://schemas.microsoft.com/office/drawing/2014/main" id="{6F0E821D-E701-4665-8298-87836C525DA8}"/>
              </a:ext>
            </a:extLst>
          </p:cNvPr>
          <p:cNvSpPr txBox="1"/>
          <p:nvPr/>
        </p:nvSpPr>
        <p:spPr>
          <a:xfrm>
            <a:off x="4114800" y="218777"/>
            <a:ext cx="6850380" cy="5355312"/>
          </a:xfrm>
          <a:prstGeom prst="rect">
            <a:avLst/>
          </a:prstGeom>
        </p:spPr>
        <p:txBody>
          <a:bodyPr wrap="square" lIns="0" tIns="0" rIns="0" bIns="0" rtlCol="0">
            <a:spAutoFit/>
          </a:bodyPr>
          <a:lstStyle/>
          <a:p>
            <a:pPr marL="171450" indent="-171450" algn="l">
              <a:buFont typeface="Arial" panose="020B0604020202020204" pitchFamily="34" charset="0"/>
              <a:buChar char="•"/>
            </a:pPr>
            <a:r>
              <a:rPr lang="en-US" sz="1200">
                <a:solidFill>
                  <a:schemeClr val="accent4">
                    <a:lumMod val="50000"/>
                  </a:schemeClr>
                </a:solidFill>
              </a:rPr>
              <a:t>Properties	- </a:t>
            </a:r>
            <a:r>
              <a:rPr lang="en-IN" sz="1200" err="1">
                <a:solidFill>
                  <a:schemeClr val="accent4">
                    <a:lumMod val="50000"/>
                  </a:schemeClr>
                </a:solidFill>
                <a:hlinkClick r:id="rId2">
                  <a:extLst>
                    <a:ext uri="{A12FA001-AC4F-418D-AE19-62706E023703}">
                      <ahyp:hlinkClr xmlns:ahyp="http://schemas.microsoft.com/office/drawing/2018/hyperlinkcolor" val="tx"/>
                    </a:ext>
                  </a:extLst>
                </a:hlinkClick>
              </a:rPr>
              <a:t>org.apache.sling.api.resource.ValueMap</a:t>
            </a:r>
            <a:endParaRPr lang="en-US" sz="1200">
              <a:solidFill>
                <a:schemeClr val="accent4">
                  <a:lumMod val="50000"/>
                </a:schemeClr>
              </a:solidFill>
            </a:endParaRPr>
          </a:p>
          <a:p>
            <a:pPr algn="l"/>
            <a:r>
              <a:rPr lang="en-US" sz="1200">
                <a:solidFill>
                  <a:schemeClr val="accent4">
                    <a:lumMod val="50000"/>
                  </a:schemeClr>
                </a:solidFill>
              </a:rPr>
              <a:t>							</a:t>
            </a:r>
          </a:p>
          <a:p>
            <a:pPr marL="171450" indent="-171450">
              <a:buFont typeface="Arial" panose="020B0604020202020204" pitchFamily="34" charset="0"/>
              <a:buChar char="•"/>
            </a:pPr>
            <a:r>
              <a:rPr lang="en-US" sz="1200" err="1">
                <a:solidFill>
                  <a:schemeClr val="accent4">
                    <a:lumMod val="50000"/>
                  </a:schemeClr>
                </a:solidFill>
              </a:rPr>
              <a:t>pageProperties</a:t>
            </a:r>
            <a:r>
              <a:rPr lang="en-US" sz="1200">
                <a:solidFill>
                  <a:schemeClr val="accent4">
                    <a:lumMod val="50000"/>
                  </a:schemeClr>
                </a:solidFill>
              </a:rPr>
              <a:t> - </a:t>
            </a:r>
            <a:r>
              <a:rPr lang="en-IN" sz="1200" err="1">
                <a:solidFill>
                  <a:schemeClr val="accent4">
                    <a:lumMod val="50000"/>
                  </a:schemeClr>
                </a:solidFill>
                <a:hlinkClick r:id="rId2">
                  <a:extLst>
                    <a:ext uri="{A12FA001-AC4F-418D-AE19-62706E023703}">
                      <ahyp:hlinkClr xmlns:ahyp="http://schemas.microsoft.com/office/drawing/2018/hyperlinkcolor" val="tx"/>
                    </a:ext>
                  </a:extLst>
                </a:hlinkClick>
              </a:rPr>
              <a:t>org.apache.sling.api.resource.ValueMap</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r>
              <a:rPr lang="en-US" sz="1200">
                <a:solidFill>
                  <a:schemeClr val="accent4">
                    <a:lumMod val="50000"/>
                  </a:schemeClr>
                </a:solidFill>
              </a:rPr>
              <a:t>component - </a:t>
            </a:r>
            <a:r>
              <a:rPr lang="en-US" sz="1200" err="1">
                <a:solidFill>
                  <a:schemeClr val="accent4">
                    <a:lumMod val="50000"/>
                  </a:schemeClr>
                </a:solidFill>
              </a:rPr>
              <a:t>com.day.cq.wcm.api.components.Component</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r>
              <a:rPr lang="en-US" sz="1200" err="1">
                <a:solidFill>
                  <a:schemeClr val="accent4">
                    <a:lumMod val="50000"/>
                  </a:schemeClr>
                </a:solidFill>
              </a:rPr>
              <a:t>currentDesign</a:t>
            </a:r>
            <a:r>
              <a:rPr lang="en-US" sz="1200">
                <a:solidFill>
                  <a:schemeClr val="accent4">
                    <a:lumMod val="50000"/>
                  </a:schemeClr>
                </a:solidFill>
              </a:rPr>
              <a:t> - </a:t>
            </a:r>
            <a:r>
              <a:rPr lang="en-US" sz="1200" err="1">
                <a:solidFill>
                  <a:schemeClr val="accent4">
                    <a:lumMod val="50000"/>
                  </a:schemeClr>
                </a:solidFill>
              </a:rPr>
              <a:t>com.day.cq.wcm.api.designer.Design</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r>
              <a:rPr lang="en-US" sz="1200" err="1">
                <a:solidFill>
                  <a:schemeClr val="accent4">
                    <a:lumMod val="50000"/>
                  </a:schemeClr>
                </a:solidFill>
              </a:rPr>
              <a:t>currentPage</a:t>
            </a:r>
            <a:r>
              <a:rPr lang="en-US" sz="1200">
                <a:solidFill>
                  <a:schemeClr val="accent4">
                    <a:lumMod val="50000"/>
                  </a:schemeClr>
                </a:solidFill>
              </a:rPr>
              <a:t> - </a:t>
            </a:r>
            <a:r>
              <a:rPr lang="en-US" sz="1200" err="1">
                <a:solidFill>
                  <a:schemeClr val="accent4">
                    <a:lumMod val="50000"/>
                  </a:schemeClr>
                </a:solidFill>
              </a:rPr>
              <a:t>com.day.cq.wcm.api.Page</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buFont typeface="Arial" panose="020B0604020202020204" pitchFamily="34" charset="0"/>
              <a:buChar char="•"/>
            </a:pPr>
            <a:r>
              <a:rPr lang="en-US" sz="1200" err="1">
                <a:solidFill>
                  <a:schemeClr val="accent4">
                    <a:lumMod val="50000"/>
                  </a:schemeClr>
                </a:solidFill>
              </a:rPr>
              <a:t>wcmmode</a:t>
            </a:r>
            <a:r>
              <a:rPr lang="en-US" sz="1200">
                <a:solidFill>
                  <a:schemeClr val="accent4">
                    <a:lumMod val="50000"/>
                  </a:schemeClr>
                </a:solidFill>
              </a:rPr>
              <a:t> - </a:t>
            </a:r>
            <a:r>
              <a:rPr lang="en-US" sz="1200" err="1">
                <a:solidFill>
                  <a:schemeClr val="accent4">
                    <a:lumMod val="50000"/>
                  </a:schemeClr>
                </a:solidFill>
              </a:rPr>
              <a:t>com.adobe.cq.sightly.SightlyWCMMode</a:t>
            </a:r>
            <a:endParaRPr lang="en-US" sz="1200">
              <a:solidFill>
                <a:schemeClr val="accent4">
                  <a:lumMod val="50000"/>
                </a:schemeClr>
              </a:solidFill>
            </a:endParaRPr>
          </a:p>
          <a:p>
            <a:pPr algn="l"/>
            <a:endParaRPr lang="en-US" sz="1200">
              <a:solidFill>
                <a:schemeClr val="accent4">
                  <a:lumMod val="50000"/>
                </a:schemeClr>
              </a:solidFill>
            </a:endParaRPr>
          </a:p>
          <a:p>
            <a:pPr marL="171450" indent="-171450" algn="l">
              <a:buFont typeface="Arial" panose="020B0604020202020204" pitchFamily="34" charset="0"/>
              <a:buChar char="•"/>
            </a:pPr>
            <a:r>
              <a:rPr lang="en-US" sz="1200" err="1">
                <a:solidFill>
                  <a:schemeClr val="accent4">
                    <a:lumMod val="50000"/>
                  </a:schemeClr>
                </a:solidFill>
              </a:rPr>
              <a:t>pageManager</a:t>
            </a:r>
            <a:r>
              <a:rPr lang="en-US" sz="1200">
                <a:solidFill>
                  <a:schemeClr val="accent4">
                    <a:lumMod val="50000"/>
                  </a:schemeClr>
                </a:solidFill>
              </a:rPr>
              <a:t> - </a:t>
            </a:r>
            <a:r>
              <a:rPr lang="en-US" sz="1200" err="1">
                <a:solidFill>
                  <a:schemeClr val="accent4">
                    <a:lumMod val="50000"/>
                  </a:schemeClr>
                </a:solidFill>
              </a:rPr>
              <a:t>com.day.cq.wcm.api.PageManager</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r>
              <a:rPr lang="en-US" sz="1200">
                <a:solidFill>
                  <a:schemeClr val="accent4">
                    <a:lumMod val="50000"/>
                  </a:schemeClr>
                </a:solidFill>
              </a:rPr>
              <a:t>Request - </a:t>
            </a:r>
            <a:r>
              <a:rPr lang="en-US" sz="1200" err="1">
                <a:solidFill>
                  <a:schemeClr val="accent4">
                    <a:lumMod val="50000"/>
                  </a:schemeClr>
                </a:solidFill>
              </a:rPr>
              <a:t>org.apache.sling.api.SlingHttpServletRequest</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r>
              <a:rPr lang="en-US" sz="1200">
                <a:solidFill>
                  <a:schemeClr val="accent4">
                    <a:lumMod val="50000"/>
                  </a:schemeClr>
                </a:solidFill>
              </a:rPr>
              <a:t>Resource - </a:t>
            </a:r>
            <a:r>
              <a:rPr lang="en-US" sz="1200" err="1">
                <a:solidFill>
                  <a:schemeClr val="accent4">
                    <a:lumMod val="50000"/>
                  </a:schemeClr>
                </a:solidFill>
              </a:rPr>
              <a:t>org.apache.sling.api.resource.Resource</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r>
              <a:rPr lang="en-US" sz="1200">
                <a:solidFill>
                  <a:schemeClr val="accent4">
                    <a:lumMod val="50000"/>
                  </a:schemeClr>
                </a:solidFill>
              </a:rPr>
              <a:t>Response - </a:t>
            </a:r>
            <a:r>
              <a:rPr lang="en-US" sz="1200" err="1">
                <a:solidFill>
                  <a:schemeClr val="accent4">
                    <a:lumMod val="50000"/>
                  </a:schemeClr>
                </a:solidFill>
              </a:rPr>
              <a:t>org.apache.sling.api.SlingHttpServletResponse</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buFont typeface="Arial" panose="020B0604020202020204" pitchFamily="34" charset="0"/>
              <a:buChar char="•"/>
            </a:pPr>
            <a:r>
              <a:rPr lang="en-US" sz="1200">
                <a:solidFill>
                  <a:schemeClr val="accent4">
                    <a:lumMod val="50000"/>
                  </a:schemeClr>
                </a:solidFill>
              </a:rPr>
              <a:t>Sling - </a:t>
            </a:r>
            <a:r>
              <a:rPr lang="en-US" sz="1200" err="1">
                <a:solidFill>
                  <a:schemeClr val="accent4">
                    <a:lumMod val="50000"/>
                  </a:schemeClr>
                </a:solidFill>
              </a:rPr>
              <a:t>org.apache.sling.api.scripting.SlingScriptHelper</a:t>
            </a:r>
            <a:endParaRPr lang="en-US" sz="1200">
              <a:solidFill>
                <a:schemeClr val="accent4">
                  <a:lumMod val="50000"/>
                </a:schemeClr>
              </a:solidFill>
            </a:endParaRPr>
          </a:p>
          <a:p>
            <a:pPr marL="171450" indent="-171450">
              <a:buFont typeface="Arial" panose="020B0604020202020204" pitchFamily="34" charset="0"/>
              <a:buChar char="•"/>
            </a:pPr>
            <a:endParaRPr lang="en-US" sz="1200">
              <a:solidFill>
                <a:schemeClr val="accent4">
                  <a:lumMod val="50000"/>
                </a:schemeClr>
              </a:solidFill>
            </a:endParaRPr>
          </a:p>
          <a:p>
            <a:pPr marL="171450" indent="-171450">
              <a:buFont typeface="Arial" panose="020B0604020202020204" pitchFamily="34" charset="0"/>
              <a:buChar char="•"/>
            </a:pPr>
            <a:r>
              <a:rPr lang="en-US" sz="1200">
                <a:solidFill>
                  <a:schemeClr val="accent4">
                    <a:lumMod val="50000"/>
                  </a:schemeClr>
                </a:solidFill>
              </a:rPr>
              <a:t>Out - </a:t>
            </a:r>
            <a:r>
              <a:rPr lang="en-US" sz="1200" err="1">
                <a:solidFill>
                  <a:schemeClr val="accent4">
                    <a:lumMod val="50000"/>
                  </a:schemeClr>
                </a:solidFill>
              </a:rPr>
              <a:t>java.io.PrintWriter</a:t>
            </a: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buFont typeface="Arial" panose="020B0604020202020204" pitchFamily="34" charset="0"/>
              <a:buChar char="•"/>
            </a:pPr>
            <a:r>
              <a:rPr lang="en-US" sz="1200">
                <a:solidFill>
                  <a:schemeClr val="accent4">
                    <a:lumMod val="50000"/>
                  </a:schemeClr>
                </a:solidFill>
              </a:rPr>
              <a:t>Log - org.slf4j.Logger</a:t>
            </a: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a:p>
            <a:pPr marL="171450" indent="-171450" algn="l">
              <a:buFont typeface="Arial" panose="020B0604020202020204" pitchFamily="34" charset="0"/>
              <a:buChar char="•"/>
            </a:pPr>
            <a:endParaRPr lang="en-US" sz="1200">
              <a:solidFill>
                <a:schemeClr val="accent4">
                  <a:lumMod val="50000"/>
                </a:schemeClr>
              </a:solidFill>
            </a:endParaRPr>
          </a:p>
        </p:txBody>
      </p:sp>
    </p:spTree>
    <p:extLst>
      <p:ext uri="{BB962C8B-B14F-4D97-AF65-F5344CB8AC3E}">
        <p14:creationId xmlns:p14="http://schemas.microsoft.com/office/powerpoint/2010/main" val="413492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709" y="97837"/>
            <a:ext cx="8450831" cy="637613"/>
          </a:xfrm>
        </p:spPr>
        <p:txBody>
          <a:bodyPr/>
          <a:lstStyle/>
          <a:p>
            <a:r>
              <a:rPr lang="en-US">
                <a:solidFill>
                  <a:srgbClr val="00277E"/>
                </a:solidFill>
              </a:rPr>
              <a:t>HTL Block Statements</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320278" y="416644"/>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6" name="Rectangle 5"/>
          <p:cNvSpPr/>
          <p:nvPr/>
        </p:nvSpPr>
        <p:spPr>
          <a:xfrm>
            <a:off x="390709" y="735450"/>
            <a:ext cx="8362581" cy="3970318"/>
          </a:xfrm>
          <a:prstGeom prst="rect">
            <a:avLst/>
          </a:prstGeom>
        </p:spPr>
        <p:txBody>
          <a:bodyPr wrap="square">
            <a:spAutoFit/>
          </a:bodyPr>
          <a:lstStyle/>
          <a:p>
            <a:pPr marL="342900" indent="-342900">
              <a:buFont typeface="Wingdings" panose="05000000000000000000" pitchFamily="2" charset="2"/>
              <a:buChar char="Ø"/>
            </a:pPr>
            <a:r>
              <a:rPr lang="en-US" sz="1200"/>
              <a:t>HTML Template Language (HTL) block statements are custom </a:t>
            </a:r>
            <a:r>
              <a:rPr lang="en-US" sz="1200" b="1"/>
              <a:t>data</a:t>
            </a:r>
            <a:r>
              <a:rPr lang="en-US" sz="1200"/>
              <a:t> attributes added directly to existing HTML. This allows easy and unobtrusive annotation of a prototype static HTML page, converting it to a functioning dynamic template without breaking the validity of the HTML code.</a:t>
            </a:r>
          </a:p>
          <a:p>
            <a:pPr marL="342900" indent="-342900">
              <a:buFont typeface="Wingdings" panose="05000000000000000000" pitchFamily="2" charset="2"/>
              <a:buChar char="Ø"/>
            </a:pPr>
            <a:endParaRPr lang="en-US" sz="1200"/>
          </a:p>
          <a:p>
            <a:endParaRPr lang="en-US" sz="1200"/>
          </a:p>
          <a:p>
            <a:pPr marL="342900" indent="-342900">
              <a:buFont typeface="Wingdings" panose="05000000000000000000" pitchFamily="2" charset="2"/>
              <a:buChar char="Ø"/>
            </a:pPr>
            <a:r>
              <a:rPr lang="en-US" sz="1200" u="sng"/>
              <a:t>Block Structure:</a:t>
            </a:r>
          </a:p>
          <a:p>
            <a:pPr marL="342900" indent="-342900">
              <a:buFont typeface="Wingdings" panose="05000000000000000000" pitchFamily="2" charset="2"/>
              <a:buChar char="Ø"/>
            </a:pPr>
            <a:endParaRPr lang="en-US" sz="1200" u="sng"/>
          </a:p>
          <a:p>
            <a:pPr marL="800100" lvl="1" indent="-342900">
              <a:buFont typeface="Wingdings" panose="05000000000000000000" pitchFamily="2" charset="2"/>
              <a:buChar char="Ø"/>
            </a:pPr>
            <a:r>
              <a:rPr lang="en-US" sz="1200"/>
              <a:t>HTL block plugins are defined by </a:t>
            </a:r>
            <a:r>
              <a:rPr lang="en-US" sz="1200" b="1"/>
              <a:t>data-sly-* </a:t>
            </a:r>
            <a:r>
              <a:rPr lang="en-US" sz="1200"/>
              <a:t>attributes set on HTML elements. Elements can have a closing tag or be self-closing. Attributes can have values (which can be static strings or expressions), or simply be </a:t>
            </a:r>
            <a:r>
              <a:rPr lang="en-US" sz="1200" err="1"/>
              <a:t>boolean</a:t>
            </a:r>
            <a:r>
              <a:rPr lang="en-US" sz="1200"/>
              <a:t> attributes (without a value).</a:t>
            </a:r>
          </a:p>
          <a:p>
            <a:pPr lvl="1"/>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u="sng"/>
          </a:p>
          <a:p>
            <a:pPr marL="342900" indent="-342900">
              <a:buFont typeface="Wingdings" panose="05000000000000000000" pitchFamily="2" charset="2"/>
              <a:buChar char="Ø"/>
            </a:pPr>
            <a:endParaRPr lang="en-US" sz="1200"/>
          </a:p>
          <a:p>
            <a:endParaRPr lang="en-US" sz="1200"/>
          </a:p>
          <a:p>
            <a:pPr marL="342900" indent="-342900">
              <a:buFont typeface="Wingdings" panose="05000000000000000000" pitchFamily="2" charset="2"/>
              <a:buChar char="Ø"/>
            </a:pPr>
            <a:endParaRPr lang="en-US" sz="1200">
              <a:solidFill>
                <a:srgbClr val="00277E"/>
              </a:solidFill>
            </a:endParaRPr>
          </a:p>
        </p:txBody>
      </p:sp>
      <p:pic>
        <p:nvPicPr>
          <p:cNvPr id="4" name="Picture 3"/>
          <p:cNvPicPr>
            <a:picLocks noChangeAspect="1"/>
          </p:cNvPicPr>
          <p:nvPr/>
        </p:nvPicPr>
        <p:blipFill>
          <a:blip r:embed="rId4"/>
          <a:stretch>
            <a:fillRect/>
          </a:stretch>
        </p:blipFill>
        <p:spPr>
          <a:xfrm>
            <a:off x="1278008" y="2875156"/>
            <a:ext cx="7319504" cy="1604660"/>
          </a:xfrm>
          <a:prstGeom prst="rect">
            <a:avLst/>
          </a:prstGeom>
        </p:spPr>
      </p:pic>
    </p:spTree>
    <p:extLst>
      <p:ext uri="{BB962C8B-B14F-4D97-AF65-F5344CB8AC3E}">
        <p14:creationId xmlns:p14="http://schemas.microsoft.com/office/powerpoint/2010/main" val="303144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60E80-CC81-419C-9515-45DD1E84975D}"/>
              </a:ext>
            </a:extLst>
          </p:cNvPr>
          <p:cNvSpPr>
            <a:spLocks noGrp="1"/>
          </p:cNvSpPr>
          <p:nvPr>
            <p:ph type="title"/>
          </p:nvPr>
        </p:nvSpPr>
        <p:spPr>
          <a:xfrm>
            <a:off x="382524" y="222885"/>
            <a:ext cx="8378952" cy="621030"/>
          </a:xfrm>
        </p:spPr>
        <p:txBody>
          <a:bodyPr/>
          <a:lstStyle/>
          <a:p>
            <a:r>
              <a:rPr lang="en-US">
                <a:solidFill>
                  <a:srgbClr val="00277E"/>
                </a:solidFill>
              </a:rPr>
              <a:t>HTL Block Statements</a:t>
            </a:r>
            <a:endParaRPr lang="en-IN">
              <a:solidFill>
                <a:srgbClr val="00277E"/>
              </a:solidFill>
            </a:endParaRPr>
          </a:p>
        </p:txBody>
      </p:sp>
      <p:sp>
        <p:nvSpPr>
          <p:cNvPr id="3" name="TextBox 2">
            <a:extLst>
              <a:ext uri="{FF2B5EF4-FFF2-40B4-BE49-F238E27FC236}">
                <a16:creationId xmlns:a16="http://schemas.microsoft.com/office/drawing/2014/main" id="{E7EF9A77-04E0-4F68-91CA-CF70E2849015}"/>
              </a:ext>
            </a:extLst>
          </p:cNvPr>
          <p:cNvSpPr txBox="1"/>
          <p:nvPr/>
        </p:nvSpPr>
        <p:spPr>
          <a:xfrm>
            <a:off x="453679" y="687288"/>
            <a:ext cx="8378952" cy="3785652"/>
          </a:xfrm>
          <a:prstGeom prst="rect">
            <a:avLst/>
          </a:prstGeom>
        </p:spPr>
        <p:txBody>
          <a:bodyPr wrap="square" lIns="0" tIns="0" rIns="0" bIns="0" rtlCol="0">
            <a:spAutoFit/>
          </a:bodyPr>
          <a:lstStyle/>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a:t>Identifiers: A block statement can also be followed by an identifier:</a:t>
            </a:r>
            <a:endParaRPr lang="en-US" sz="1400"/>
          </a:p>
          <a:p>
            <a:pPr marL="342900" indent="-342900">
              <a:buFont typeface="Wingdings" panose="05000000000000000000" pitchFamily="2" charset="2"/>
              <a:buChar char="Ø"/>
            </a:pPr>
            <a:endParaRPr lang="en-US" sz="1400"/>
          </a:p>
          <a:p>
            <a:pPr algn="l"/>
            <a:endParaRPr lang="en-US" sz="1400"/>
          </a:p>
          <a:p>
            <a:pPr algn="l"/>
            <a:endParaRPr lang="en-US" sz="1400">
              <a:solidFill>
                <a:schemeClr val="tx2"/>
              </a:solidFill>
            </a:endParaRPr>
          </a:p>
          <a:p>
            <a:pPr algn="l"/>
            <a:endParaRPr lang="en-IN" sz="1200"/>
          </a:p>
          <a:p>
            <a:pPr algn="l"/>
            <a:endParaRPr lang="en-IN" sz="1200"/>
          </a:p>
          <a:p>
            <a:pPr marL="171450" indent="-171450" algn="l">
              <a:buFont typeface="Wingdings" panose="05000000000000000000" pitchFamily="2" charset="2"/>
              <a:buChar char="Ø"/>
            </a:pPr>
            <a:r>
              <a:rPr lang="en-IN" sz="1200"/>
              <a:t>     The following are the types of HTL Block Statements :-</a:t>
            </a:r>
          </a:p>
          <a:p>
            <a:pPr algn="l"/>
            <a:endParaRPr lang="en-IN" sz="1200">
              <a:solidFill>
                <a:schemeClr val="tx2"/>
              </a:solidFill>
            </a:endParaRPr>
          </a:p>
          <a:p>
            <a:pPr marL="285750" indent="-285750">
              <a:buFont typeface="Arial" panose="020B0604020202020204" pitchFamily="34" charset="0"/>
              <a:buChar char="•"/>
            </a:pPr>
            <a:r>
              <a:rPr lang="en-IN" sz="1200">
                <a:solidFill>
                  <a:srgbClr val="00B050"/>
                </a:solidFill>
              </a:rPr>
              <a:t>Data-sly-test			Data-sly-resource</a:t>
            </a:r>
          </a:p>
          <a:p>
            <a:pPr marL="285750" indent="-285750">
              <a:buFont typeface="Arial" panose="020B0604020202020204" pitchFamily="34" charset="0"/>
              <a:buChar char="•"/>
            </a:pPr>
            <a:endParaRPr lang="en-IN" sz="1200">
              <a:solidFill>
                <a:srgbClr val="00B050"/>
              </a:solidFill>
            </a:endParaRPr>
          </a:p>
          <a:p>
            <a:pPr marL="285750" indent="-285750">
              <a:buFont typeface="Arial" panose="020B0604020202020204" pitchFamily="34" charset="0"/>
              <a:buChar char="•"/>
            </a:pPr>
            <a:r>
              <a:rPr lang="en-IN" sz="1200">
                <a:solidFill>
                  <a:srgbClr val="00B050"/>
                </a:solidFill>
              </a:rPr>
              <a:t>Data-sly-include		Data-sly-attribute</a:t>
            </a:r>
          </a:p>
          <a:p>
            <a:pPr marL="285750" indent="-285750">
              <a:buFont typeface="Arial" panose="020B0604020202020204" pitchFamily="34" charset="0"/>
              <a:buChar char="•"/>
            </a:pPr>
            <a:endParaRPr lang="en-IN" sz="1200">
              <a:solidFill>
                <a:srgbClr val="00B050"/>
              </a:solidFill>
            </a:endParaRPr>
          </a:p>
          <a:p>
            <a:pPr marL="285750" indent="-285750">
              <a:buFont typeface="Arial" panose="020B0604020202020204" pitchFamily="34" charset="0"/>
              <a:buChar char="•"/>
            </a:pPr>
            <a:r>
              <a:rPr lang="en-IN" sz="1200">
                <a:solidFill>
                  <a:srgbClr val="00B050"/>
                </a:solidFill>
              </a:rPr>
              <a:t>Data-sly-element 		Data-sly-text</a:t>
            </a:r>
          </a:p>
          <a:p>
            <a:endParaRPr lang="en-IN" sz="1200">
              <a:solidFill>
                <a:srgbClr val="00B050"/>
              </a:solidFill>
            </a:endParaRPr>
          </a:p>
          <a:p>
            <a:pPr marL="285750" indent="-285750">
              <a:buFont typeface="Arial" panose="020B0604020202020204" pitchFamily="34" charset="0"/>
              <a:buChar char="•"/>
            </a:pPr>
            <a:r>
              <a:rPr lang="en-IN" sz="1200">
                <a:solidFill>
                  <a:srgbClr val="00B050"/>
                </a:solidFill>
              </a:rPr>
              <a:t>Data-sly-list 			Data-sly-repeat</a:t>
            </a:r>
          </a:p>
          <a:p>
            <a:pPr marL="285750" indent="-285750">
              <a:buFont typeface="Arial" panose="020B0604020202020204" pitchFamily="34" charset="0"/>
              <a:buChar char="•"/>
            </a:pPr>
            <a:endParaRPr lang="en-IN" sz="1200">
              <a:solidFill>
                <a:srgbClr val="00B050"/>
              </a:solidFill>
            </a:endParaRPr>
          </a:p>
          <a:p>
            <a:pPr marL="285750" indent="-285750">
              <a:buFont typeface="Arial" panose="020B0604020202020204" pitchFamily="34" charset="0"/>
              <a:buChar char="•"/>
            </a:pPr>
            <a:r>
              <a:rPr lang="en-IN" sz="1200">
                <a:solidFill>
                  <a:srgbClr val="00B050"/>
                </a:solidFill>
              </a:rPr>
              <a:t>Data-sly-template 		Data-sly-call</a:t>
            </a:r>
          </a:p>
          <a:p>
            <a:pPr marL="285750" indent="-285750">
              <a:buFont typeface="Arial" panose="020B0604020202020204" pitchFamily="34" charset="0"/>
              <a:buChar char="•"/>
            </a:pPr>
            <a:endParaRPr lang="en-IN" sz="1200">
              <a:solidFill>
                <a:srgbClr val="00B050"/>
              </a:solidFill>
            </a:endParaRPr>
          </a:p>
          <a:p>
            <a:pPr marL="285750" indent="-285750">
              <a:buFont typeface="Arial" panose="020B0604020202020204" pitchFamily="34" charset="0"/>
              <a:buChar char="•"/>
            </a:pPr>
            <a:r>
              <a:rPr lang="en-IN" sz="1200">
                <a:solidFill>
                  <a:srgbClr val="00B050"/>
                </a:solidFill>
              </a:rPr>
              <a:t>Data-sly-use 			Data-sly-unwrap</a:t>
            </a:r>
          </a:p>
        </p:txBody>
      </p:sp>
      <p:pic>
        <p:nvPicPr>
          <p:cNvPr id="4" name="Picture 3">
            <a:extLst>
              <a:ext uri="{FF2B5EF4-FFF2-40B4-BE49-F238E27FC236}">
                <a16:creationId xmlns:a16="http://schemas.microsoft.com/office/drawing/2014/main" id="{00653E9E-7E23-48F4-8D68-130FB6E78179}"/>
              </a:ext>
            </a:extLst>
          </p:cNvPr>
          <p:cNvPicPr>
            <a:picLocks noChangeAspect="1"/>
          </p:cNvPicPr>
          <p:nvPr/>
        </p:nvPicPr>
        <p:blipFill>
          <a:blip r:embed="rId2"/>
          <a:stretch>
            <a:fillRect/>
          </a:stretch>
        </p:blipFill>
        <p:spPr>
          <a:xfrm>
            <a:off x="773183" y="1190781"/>
            <a:ext cx="7186154" cy="546978"/>
          </a:xfrm>
          <a:prstGeom prst="rect">
            <a:avLst/>
          </a:prstGeom>
        </p:spPr>
      </p:pic>
      <p:cxnSp>
        <p:nvCxnSpPr>
          <p:cNvPr id="5" name="Straight Connector 4">
            <a:extLst>
              <a:ext uri="{FF2B5EF4-FFF2-40B4-BE49-F238E27FC236}">
                <a16:creationId xmlns:a16="http://schemas.microsoft.com/office/drawing/2014/main" id="{3A56ADF0-1B3E-4C56-BBEA-B684D06D4009}"/>
              </a:ext>
            </a:extLst>
          </p:cNvPr>
          <p:cNvCxnSpPr/>
          <p:nvPr/>
        </p:nvCxnSpPr>
        <p:spPr>
          <a:xfrm flipV="1">
            <a:off x="382524" y="569751"/>
            <a:ext cx="8521262" cy="225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3336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Types of HTL Block Statements</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255639" y="857134"/>
            <a:ext cx="8885971" cy="3570208"/>
          </a:xfrm>
          <a:prstGeom prst="rect">
            <a:avLst/>
          </a:prstGeom>
        </p:spPr>
        <p:txBody>
          <a:bodyPr wrap="square">
            <a:spAutoFit/>
          </a:bodyPr>
          <a:lstStyle/>
          <a:p>
            <a:pPr marL="342900" indent="-342900">
              <a:buFont typeface="Wingdings" panose="05000000000000000000" pitchFamily="2" charset="2"/>
              <a:buChar char="Ø"/>
            </a:pPr>
            <a:r>
              <a:rPr lang="en-US" sz="1200"/>
              <a:t>Use: </a:t>
            </a:r>
            <a:r>
              <a:rPr lang="en-US" sz="1200" b="1">
                <a:solidFill>
                  <a:schemeClr val="accent2">
                    <a:lumMod val="75000"/>
                  </a:schemeClr>
                </a:solidFill>
              </a:rPr>
              <a:t>data-sly-use</a:t>
            </a:r>
            <a:r>
              <a:rPr lang="en-US" sz="1200">
                <a:solidFill>
                  <a:schemeClr val="accent2">
                    <a:lumMod val="75000"/>
                  </a:schemeClr>
                </a:solidFill>
              </a:rPr>
              <a:t> </a:t>
            </a:r>
            <a:r>
              <a:rPr lang="en-US" sz="1200"/>
              <a:t>initializes a object (defined in JavaScript or Java) and exposes it through a variable. </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solidFill>
                <a:schemeClr val="accent2">
                  <a:lumMod val="75000"/>
                </a:schemeClr>
              </a:solidFill>
            </a:endParaRPr>
          </a:p>
          <a:p>
            <a:pPr marL="342900" indent="-342900">
              <a:buFont typeface="Wingdings" panose="05000000000000000000" pitchFamily="2" charset="2"/>
              <a:buChar char="Ø"/>
            </a:pPr>
            <a:endParaRPr lang="en-US" sz="1200">
              <a:solidFill>
                <a:schemeClr val="accent2">
                  <a:lumMod val="75000"/>
                </a:schemeClr>
              </a:solidFill>
            </a:endParaRPr>
          </a:p>
          <a:p>
            <a:pPr marL="342900" indent="-342900">
              <a:buFont typeface="Wingdings" panose="05000000000000000000" pitchFamily="2" charset="2"/>
              <a:buChar char="Ø"/>
            </a:pPr>
            <a:endParaRPr lang="en-US" sz="1200">
              <a:solidFill>
                <a:schemeClr val="accent2">
                  <a:lumMod val="75000"/>
                </a:schemeClr>
              </a:solidFill>
            </a:endParaRPr>
          </a:p>
          <a:p>
            <a:pPr marL="342900" indent="-342900">
              <a:buFont typeface="Wingdings" panose="05000000000000000000" pitchFamily="2" charset="2"/>
              <a:buChar char="Ø"/>
            </a:pPr>
            <a:endParaRPr lang="en-US" sz="1200">
              <a:solidFill>
                <a:schemeClr val="accent2">
                  <a:lumMod val="75000"/>
                </a:schemeClr>
              </a:solidFill>
              <a:latin typeface="arial" panose="020B0604020202020204" pitchFamily="34" charset="0"/>
            </a:endParaRPr>
          </a:p>
          <a:p>
            <a:pPr marL="342900" indent="-342900">
              <a:buFont typeface="Wingdings" panose="05000000000000000000" pitchFamily="2" charset="2"/>
              <a:buChar char="Ø"/>
            </a:pPr>
            <a:r>
              <a:rPr lang="en-US" sz="1200"/>
              <a:t>A major functionality is the ability to load </a:t>
            </a:r>
            <a:r>
              <a:rPr lang="en-US" sz="1200" err="1"/>
              <a:t>clientlibs</a:t>
            </a:r>
            <a:r>
              <a:rPr lang="en-US" sz="1200"/>
              <a:t> through the usage of ‘</a:t>
            </a:r>
            <a:r>
              <a:rPr lang="en-US" sz="1200">
                <a:solidFill>
                  <a:schemeClr val="accent2">
                    <a:lumMod val="75000"/>
                  </a:schemeClr>
                </a:solidFill>
              </a:rPr>
              <a:t>data-sly-use</a:t>
            </a:r>
            <a:r>
              <a:rPr lang="en-US" sz="1200"/>
              <a:t>’ coupled with ‘</a:t>
            </a:r>
            <a:r>
              <a:rPr lang="en-US" sz="1200">
                <a:solidFill>
                  <a:schemeClr val="accent2">
                    <a:lumMod val="75000"/>
                  </a:schemeClr>
                </a:solidFill>
              </a:rPr>
              <a:t>data-sly-call’</a:t>
            </a:r>
            <a:r>
              <a:rPr lang="en-US" sz="1200"/>
              <a:t> as evident in the below code snippet -</a:t>
            </a:r>
          </a:p>
          <a:p>
            <a:endParaRPr lang="en-US" sz="1200"/>
          </a:p>
          <a:p>
            <a:r>
              <a:rPr lang="en-US" sz="1200"/>
              <a:t>This loads the CSS files of client library with category '</a:t>
            </a:r>
            <a:r>
              <a:rPr lang="en-US" sz="1200" err="1"/>
              <a:t>cq.custom</a:t>
            </a:r>
            <a:r>
              <a:rPr lang="en-US" sz="1200"/>
              <a:t>' to the component html.</a:t>
            </a:r>
          </a:p>
          <a:p>
            <a:pPr marL="342900" indent="-342900">
              <a:buFont typeface="Wingdings" panose="05000000000000000000" pitchFamily="2" charset="2"/>
              <a:buChar char="Ø"/>
            </a:pPr>
            <a:endParaRPr lang="en-US" sz="1200">
              <a:solidFill>
                <a:srgbClr val="002060"/>
              </a:solidFill>
            </a:endParaRPr>
          </a:p>
          <a:p>
            <a:r>
              <a:rPr lang="en-US" sz="1200">
                <a:solidFill>
                  <a:srgbClr val="002060"/>
                </a:solidFill>
              </a:rPr>
              <a:t>	</a:t>
            </a:r>
            <a:r>
              <a:rPr lang="en-US" sz="1100">
                <a:solidFill>
                  <a:srgbClr val="002060"/>
                </a:solidFill>
              </a:rPr>
              <a:t>&lt;sly data-sly-</a:t>
            </a:r>
            <a:r>
              <a:rPr lang="en-US" sz="1100" err="1">
                <a:solidFill>
                  <a:srgbClr val="002060"/>
                </a:solidFill>
              </a:rPr>
              <a:t>use.clientlib</a:t>
            </a:r>
            <a:r>
              <a:rPr lang="en-US" sz="1100">
                <a:solidFill>
                  <a:srgbClr val="002060"/>
                </a:solidFill>
              </a:rPr>
              <a:t>="/libs/granite/sightly/templates/clientlib.html“ data-sly-call="${clientlib.css @ categories=‘</a:t>
            </a:r>
            <a:r>
              <a:rPr lang="en-US" sz="1100" err="1">
                <a:solidFill>
                  <a:srgbClr val="002060"/>
                </a:solidFill>
              </a:rPr>
              <a:t>cq.htl</a:t>
            </a:r>
            <a:r>
              <a:rPr lang="en-US" sz="1100">
                <a:solidFill>
                  <a:srgbClr val="002060"/>
                </a:solidFill>
              </a:rPr>
              <a:t>'}"/&gt;</a:t>
            </a:r>
          </a:p>
          <a:p>
            <a:r>
              <a:rPr lang="en-US" sz="1100">
                <a:solidFill>
                  <a:srgbClr val="002060"/>
                </a:solidFill>
              </a:rPr>
              <a:t>	(Sly tags don’t appear in the DOM)</a:t>
            </a:r>
            <a:br>
              <a:rPr lang="en-US" sz="1200"/>
            </a:br>
            <a:endParaRPr lang="en-US" sz="1200"/>
          </a:p>
          <a:p>
            <a:r>
              <a:rPr lang="en-US" sz="1200"/>
              <a:t>Similarly, we can also have –</a:t>
            </a:r>
            <a:br>
              <a:rPr lang="en-US" sz="1200"/>
            </a:br>
            <a:endParaRPr lang="en-US" sz="1200"/>
          </a:p>
          <a:p>
            <a:r>
              <a:rPr lang="en-US" sz="1200">
                <a:solidFill>
                  <a:srgbClr val="002060"/>
                </a:solidFill>
              </a:rPr>
              <a:t>	</a:t>
            </a:r>
            <a:r>
              <a:rPr lang="en-US" sz="1100">
                <a:solidFill>
                  <a:srgbClr val="002060"/>
                </a:solidFill>
              </a:rPr>
              <a:t>&lt;meta data-sly-call="${</a:t>
            </a:r>
            <a:r>
              <a:rPr lang="en-US" sz="1100" err="1">
                <a:solidFill>
                  <a:srgbClr val="002060"/>
                </a:solidFill>
              </a:rPr>
              <a:t>clientLib.all</a:t>
            </a:r>
            <a:r>
              <a:rPr lang="en-US" sz="1100">
                <a:solidFill>
                  <a:srgbClr val="002060"/>
                </a:solidFill>
              </a:rPr>
              <a:t> @ categories='</a:t>
            </a:r>
            <a:r>
              <a:rPr lang="en-US" sz="1100" err="1">
                <a:solidFill>
                  <a:srgbClr val="002060"/>
                </a:solidFill>
              </a:rPr>
              <a:t>your.clientlib</a:t>
            </a:r>
            <a:r>
              <a:rPr lang="en-US" sz="1100">
                <a:solidFill>
                  <a:srgbClr val="002060"/>
                </a:solidFill>
              </a:rPr>
              <a:t>'}" data-sly-unwrap&gt;&lt;/meta&gt;	For CSS + JS</a:t>
            </a:r>
          </a:p>
          <a:p>
            <a:r>
              <a:rPr lang="en-US" sz="1100">
                <a:solidFill>
                  <a:srgbClr val="002060"/>
                </a:solidFill>
              </a:rPr>
              <a:t>	&lt;meta data-sly-call="${clientLib.js @ categories='</a:t>
            </a:r>
            <a:r>
              <a:rPr lang="en-US" sz="1100" err="1">
                <a:solidFill>
                  <a:srgbClr val="002060"/>
                </a:solidFill>
              </a:rPr>
              <a:t>your.clientlib</a:t>
            </a:r>
            <a:r>
              <a:rPr lang="en-US" sz="1100">
                <a:solidFill>
                  <a:srgbClr val="002060"/>
                </a:solidFill>
              </a:rPr>
              <a:t>'}" data-sly-unwrap&gt;&lt;/meta&gt;	For JS alone</a:t>
            </a:r>
          </a:p>
          <a:p>
            <a:endParaRPr lang="en-US" sz="1200">
              <a:solidFill>
                <a:schemeClr val="accent2">
                  <a:lumMod val="75000"/>
                </a:schemeClr>
              </a:solidFill>
            </a:endParaRPr>
          </a:p>
        </p:txBody>
      </p:sp>
      <p:pic>
        <p:nvPicPr>
          <p:cNvPr id="7" name="Picture 6"/>
          <p:cNvPicPr>
            <a:picLocks noChangeAspect="1"/>
          </p:cNvPicPr>
          <p:nvPr/>
        </p:nvPicPr>
        <p:blipFill>
          <a:blip r:embed="rId4"/>
          <a:stretch>
            <a:fillRect/>
          </a:stretch>
        </p:blipFill>
        <p:spPr>
          <a:xfrm>
            <a:off x="709737" y="1222461"/>
            <a:ext cx="7305675" cy="533400"/>
          </a:xfrm>
          <a:prstGeom prst="rect">
            <a:avLst/>
          </a:prstGeom>
        </p:spPr>
      </p:pic>
    </p:spTree>
    <p:extLst>
      <p:ext uri="{BB962C8B-B14F-4D97-AF65-F5344CB8AC3E}">
        <p14:creationId xmlns:p14="http://schemas.microsoft.com/office/powerpoint/2010/main" val="406111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C5260-87E4-447B-9894-9BFB5B05D745}"/>
              </a:ext>
            </a:extLst>
          </p:cNvPr>
          <p:cNvSpPr>
            <a:spLocks noGrp="1"/>
          </p:cNvSpPr>
          <p:nvPr>
            <p:ph type="title"/>
          </p:nvPr>
        </p:nvSpPr>
        <p:spPr/>
        <p:txBody>
          <a:bodyPr/>
          <a:lstStyle/>
          <a:p>
            <a:r>
              <a:rPr lang="en-US">
                <a:solidFill>
                  <a:srgbClr val="00277E"/>
                </a:solidFill>
              </a:rPr>
              <a:t>Types of HTL Block Statements</a:t>
            </a:r>
            <a:endParaRPr lang="en-IN" b="0"/>
          </a:p>
        </p:txBody>
      </p:sp>
      <p:sp>
        <p:nvSpPr>
          <p:cNvPr id="3" name="TextBox 2">
            <a:extLst>
              <a:ext uri="{FF2B5EF4-FFF2-40B4-BE49-F238E27FC236}">
                <a16:creationId xmlns:a16="http://schemas.microsoft.com/office/drawing/2014/main" id="{3D7903A3-674E-44D3-A2E6-8B73FF5F33CB}"/>
              </a:ext>
            </a:extLst>
          </p:cNvPr>
          <p:cNvSpPr txBox="1"/>
          <p:nvPr/>
        </p:nvSpPr>
        <p:spPr>
          <a:xfrm>
            <a:off x="268224" y="956310"/>
            <a:ext cx="7984236" cy="3323987"/>
          </a:xfrm>
          <a:prstGeom prst="rect">
            <a:avLst/>
          </a:prstGeom>
        </p:spPr>
        <p:txBody>
          <a:bodyPr wrap="square" lIns="0" tIns="0" rIns="0" bIns="0" rtlCol="0">
            <a:spAutoFit/>
          </a:bodyPr>
          <a:lstStyle/>
          <a:p>
            <a:pPr marL="342900" indent="-342900">
              <a:buFont typeface="Wingdings" panose="05000000000000000000" pitchFamily="2" charset="2"/>
              <a:buChar char="Ø"/>
            </a:pPr>
            <a:r>
              <a:rPr lang="en-US" sz="1200" u="sng"/>
              <a:t>Unwrap:</a:t>
            </a:r>
            <a:r>
              <a:rPr lang="en-US" sz="1200" b="1"/>
              <a:t> data-sly-unwrap</a:t>
            </a:r>
            <a:r>
              <a:rPr lang="en-US" sz="1200"/>
              <a:t> removes the host element from the generated markup while retaining its content. This allows the exclusion of elements that are required as part of HTL presentation logic but are not desired in the actual output.</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a:t>Will product output HTML as:</a:t>
            </a:r>
          </a:p>
          <a:p>
            <a:pPr marL="342900" indent="-342900">
              <a:buFont typeface="Wingdings" panose="05000000000000000000" pitchFamily="2" charset="2"/>
              <a:buChar char="Ø"/>
            </a:pPr>
            <a:endParaRPr lang="en-US" sz="1200"/>
          </a:p>
          <a:p>
            <a:endParaRPr lang="en-US" sz="1200"/>
          </a:p>
          <a:p>
            <a:endParaRPr lang="en-US" sz="1200"/>
          </a:p>
          <a:p>
            <a:endParaRPr lang="en-US" sz="1200"/>
          </a:p>
          <a:p>
            <a:endParaRPr lang="en-US" sz="1200"/>
          </a:p>
          <a:p>
            <a:endParaRPr lang="en-US" sz="1200"/>
          </a:p>
          <a:p>
            <a:pPr marL="171450" indent="-171450">
              <a:buFont typeface="Wingdings" panose="05000000000000000000" pitchFamily="2" charset="2"/>
              <a:buChar char="Ø"/>
            </a:pPr>
            <a:r>
              <a:rPr lang="en-US" sz="1200"/>
              <a:t>    data-sly-text: Replaces the content of it’s host element with the specified text. </a:t>
            </a:r>
          </a:p>
          <a:p>
            <a:pPr lvl="1"/>
            <a:endParaRPr lang="en-US" sz="1200"/>
          </a:p>
          <a:p>
            <a:pPr algn="l"/>
            <a:endParaRPr lang="en-IN" sz="1200">
              <a:solidFill>
                <a:schemeClr val="tx2"/>
              </a:solidFill>
            </a:endParaRPr>
          </a:p>
        </p:txBody>
      </p:sp>
      <p:pic>
        <p:nvPicPr>
          <p:cNvPr id="4" name="Picture 3">
            <a:extLst>
              <a:ext uri="{FF2B5EF4-FFF2-40B4-BE49-F238E27FC236}">
                <a16:creationId xmlns:a16="http://schemas.microsoft.com/office/drawing/2014/main" id="{13AB01C0-7605-4FD7-8774-4D4620165781}"/>
              </a:ext>
            </a:extLst>
          </p:cNvPr>
          <p:cNvPicPr>
            <a:picLocks noChangeAspect="1"/>
          </p:cNvPicPr>
          <p:nvPr/>
        </p:nvPicPr>
        <p:blipFill>
          <a:blip r:embed="rId2"/>
          <a:stretch>
            <a:fillRect/>
          </a:stretch>
        </p:blipFill>
        <p:spPr>
          <a:xfrm>
            <a:off x="600456" y="1624959"/>
            <a:ext cx="7258050" cy="552450"/>
          </a:xfrm>
          <a:prstGeom prst="rect">
            <a:avLst/>
          </a:prstGeom>
        </p:spPr>
      </p:pic>
      <p:pic>
        <p:nvPicPr>
          <p:cNvPr id="5" name="Picture 4">
            <a:extLst>
              <a:ext uri="{FF2B5EF4-FFF2-40B4-BE49-F238E27FC236}">
                <a16:creationId xmlns:a16="http://schemas.microsoft.com/office/drawing/2014/main" id="{858FAEC2-7C10-4F9A-AB76-04BB37B8597E}"/>
              </a:ext>
            </a:extLst>
          </p:cNvPr>
          <p:cNvPicPr>
            <a:picLocks noChangeAspect="1"/>
          </p:cNvPicPr>
          <p:nvPr/>
        </p:nvPicPr>
        <p:blipFill>
          <a:blip r:embed="rId3"/>
          <a:stretch>
            <a:fillRect/>
          </a:stretch>
        </p:blipFill>
        <p:spPr>
          <a:xfrm>
            <a:off x="600456" y="2783536"/>
            <a:ext cx="7334250" cy="552450"/>
          </a:xfrm>
          <a:prstGeom prst="rect">
            <a:avLst/>
          </a:prstGeom>
        </p:spPr>
      </p:pic>
      <p:pic>
        <p:nvPicPr>
          <p:cNvPr id="7" name="Picture 6">
            <a:extLst>
              <a:ext uri="{FF2B5EF4-FFF2-40B4-BE49-F238E27FC236}">
                <a16:creationId xmlns:a16="http://schemas.microsoft.com/office/drawing/2014/main" id="{25D0E8B1-5CD9-44B0-85DF-D2AE4F8AE845}"/>
              </a:ext>
            </a:extLst>
          </p:cNvPr>
          <p:cNvPicPr>
            <a:picLocks noChangeAspect="1"/>
          </p:cNvPicPr>
          <p:nvPr/>
        </p:nvPicPr>
        <p:blipFill>
          <a:blip r:embed="rId4"/>
          <a:stretch>
            <a:fillRect/>
          </a:stretch>
        </p:blipFill>
        <p:spPr>
          <a:xfrm>
            <a:off x="600456" y="4023789"/>
            <a:ext cx="5939409" cy="513015"/>
          </a:xfrm>
          <a:prstGeom prst="rect">
            <a:avLst/>
          </a:prstGeom>
        </p:spPr>
      </p:pic>
    </p:spTree>
    <p:extLst>
      <p:ext uri="{BB962C8B-B14F-4D97-AF65-F5344CB8AC3E}">
        <p14:creationId xmlns:p14="http://schemas.microsoft.com/office/powerpoint/2010/main" val="1798468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Types of HTL Block Statements</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255639" y="718923"/>
            <a:ext cx="8271898" cy="4078039"/>
          </a:xfrm>
          <a:prstGeom prst="rect">
            <a:avLst/>
          </a:prstGeom>
        </p:spPr>
        <p:txBody>
          <a:bodyPr wrap="square">
            <a:spAutoFit/>
          </a:bodyPr>
          <a:lstStyle/>
          <a:p>
            <a:pPr marL="342900" indent="-342900">
              <a:buFont typeface="Wingdings" panose="05000000000000000000" pitchFamily="2" charset="2"/>
              <a:buChar char="Ø"/>
            </a:pPr>
            <a:r>
              <a:rPr lang="en-US" sz="1200" u="sng"/>
              <a:t>Set:</a:t>
            </a:r>
            <a:r>
              <a:rPr lang="en-US" sz="1200"/>
              <a:t> </a:t>
            </a:r>
            <a:r>
              <a:rPr lang="en-US" sz="1200" b="1"/>
              <a:t>data-sly-set </a:t>
            </a:r>
            <a:r>
              <a:rPr lang="en-US" sz="1200"/>
              <a:t>defines a new identifier with a pre-defined value.</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u="sng"/>
              <a:t>attribute:</a:t>
            </a:r>
            <a:r>
              <a:rPr lang="en-US" sz="1200" b="1"/>
              <a:t> data-sly-attribute </a:t>
            </a:r>
            <a:r>
              <a:rPr lang="en-US" sz="1200"/>
              <a:t>adds attributes to the host element. For example, this</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lvl="1"/>
            <a:r>
              <a:rPr lang="en-US" sz="1200"/>
              <a:t>Will product output HTML as:</a:t>
            </a:r>
          </a:p>
          <a:p>
            <a:pPr lvl="1"/>
            <a:endParaRPr lang="en-US" sz="1200"/>
          </a:p>
          <a:p>
            <a:pPr lvl="1"/>
            <a:endParaRPr lang="en-US" sz="1200"/>
          </a:p>
          <a:p>
            <a:pPr lvl="1"/>
            <a:endParaRPr lang="en-US" sz="1200"/>
          </a:p>
          <a:p>
            <a:pPr lvl="1"/>
            <a:endParaRPr lang="en-US" sz="1200"/>
          </a:p>
          <a:p>
            <a:pPr lvl="1"/>
            <a:endParaRPr lang="en-US" sz="1100"/>
          </a:p>
          <a:p>
            <a:pPr lvl="1"/>
            <a:r>
              <a:rPr lang="en-US" sz="1200"/>
              <a:t>It is particularly useful in html forms where we need to set a value to an attribute based on an underlying condition. (Here, when the value of ./required = true, “</a:t>
            </a:r>
            <a:r>
              <a:rPr lang="en-US" sz="1200" err="1"/>
              <a:t>readonly</a:t>
            </a:r>
            <a:r>
              <a:rPr lang="en-US" sz="1200"/>
              <a:t>” attribute gets assigned a value of true, else null).</a:t>
            </a:r>
          </a:p>
          <a:p>
            <a:pPr lvl="1"/>
            <a:endParaRPr lang="en-US" sz="1100"/>
          </a:p>
          <a:p>
            <a:pPr lvl="1"/>
            <a:r>
              <a:rPr lang="en-US" sz="1100"/>
              <a:t>&lt;input type=“text” name=“username” data-sly-</a:t>
            </a:r>
            <a:r>
              <a:rPr lang="en-US" sz="1100" err="1"/>
              <a:t>attribute.readonly</a:t>
            </a:r>
            <a:r>
              <a:rPr lang="en-US" sz="1100"/>
              <a:t>=“${</a:t>
            </a:r>
            <a:r>
              <a:rPr lang="en-US" sz="1100" err="1"/>
              <a:t>properties.required</a:t>
            </a:r>
            <a:r>
              <a:rPr lang="en-US" sz="1100"/>
              <a:t>==‘true’}”/&gt;</a:t>
            </a:r>
          </a:p>
          <a:p>
            <a:pPr lvl="1"/>
            <a:endParaRPr lang="en-US" sz="1200">
              <a:solidFill>
                <a:srgbClr val="00277E"/>
              </a:solidFill>
            </a:endParaRPr>
          </a:p>
        </p:txBody>
      </p:sp>
      <p:pic>
        <p:nvPicPr>
          <p:cNvPr id="4" name="Picture 3"/>
          <p:cNvPicPr>
            <a:picLocks noChangeAspect="1"/>
          </p:cNvPicPr>
          <p:nvPr/>
        </p:nvPicPr>
        <p:blipFill>
          <a:blip r:embed="rId4"/>
          <a:stretch>
            <a:fillRect/>
          </a:stretch>
        </p:blipFill>
        <p:spPr>
          <a:xfrm>
            <a:off x="856884" y="1075345"/>
            <a:ext cx="4074048" cy="582007"/>
          </a:xfrm>
          <a:prstGeom prst="rect">
            <a:avLst/>
          </a:prstGeom>
          <a:ln>
            <a:solidFill>
              <a:schemeClr val="accent1"/>
            </a:solidFill>
          </a:ln>
        </p:spPr>
      </p:pic>
      <p:pic>
        <p:nvPicPr>
          <p:cNvPr id="8" name="Picture 7"/>
          <p:cNvPicPr>
            <a:picLocks noChangeAspect="1"/>
          </p:cNvPicPr>
          <p:nvPr/>
        </p:nvPicPr>
        <p:blipFill>
          <a:blip r:embed="rId5"/>
          <a:stretch>
            <a:fillRect/>
          </a:stretch>
        </p:blipFill>
        <p:spPr>
          <a:xfrm>
            <a:off x="668111" y="3083192"/>
            <a:ext cx="7381875" cy="628650"/>
          </a:xfrm>
          <a:prstGeom prst="rect">
            <a:avLst/>
          </a:prstGeom>
        </p:spPr>
      </p:pic>
      <p:pic>
        <p:nvPicPr>
          <p:cNvPr id="6" name="Picture 5">
            <a:extLst>
              <a:ext uri="{FF2B5EF4-FFF2-40B4-BE49-F238E27FC236}">
                <a16:creationId xmlns:a16="http://schemas.microsoft.com/office/drawing/2014/main" id="{FC1BCB55-AEFF-4047-B3B0-AE7B043AE3A3}"/>
              </a:ext>
            </a:extLst>
          </p:cNvPr>
          <p:cNvPicPr>
            <a:picLocks noChangeAspect="1"/>
          </p:cNvPicPr>
          <p:nvPr/>
        </p:nvPicPr>
        <p:blipFill>
          <a:blip r:embed="rId6"/>
          <a:stretch>
            <a:fillRect/>
          </a:stretch>
        </p:blipFill>
        <p:spPr>
          <a:xfrm>
            <a:off x="688268" y="2163329"/>
            <a:ext cx="7223760" cy="453151"/>
          </a:xfrm>
          <a:prstGeom prst="rect">
            <a:avLst/>
          </a:prstGeom>
        </p:spPr>
      </p:pic>
    </p:spTree>
    <p:extLst>
      <p:ext uri="{BB962C8B-B14F-4D97-AF65-F5344CB8AC3E}">
        <p14:creationId xmlns:p14="http://schemas.microsoft.com/office/powerpoint/2010/main" val="389877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Types of HTL Block Statements</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437530" y="520058"/>
            <a:ext cx="8092966" cy="4154984"/>
          </a:xfrm>
          <a:prstGeom prst="rect">
            <a:avLst/>
          </a:prstGeom>
        </p:spPr>
        <p:txBody>
          <a:bodyPr wrap="square">
            <a:spAutoFit/>
          </a:bodyPr>
          <a:lstStyle/>
          <a:p>
            <a:pPr marL="342900" indent="-342900">
              <a:buFont typeface="Wingdings" panose="05000000000000000000" pitchFamily="2" charset="2"/>
              <a:buChar char="Ø"/>
            </a:pPr>
            <a:r>
              <a:rPr lang="en-US" sz="1200" u="sng"/>
              <a:t>test:</a:t>
            </a:r>
            <a:r>
              <a:rPr lang="en-US" sz="1200"/>
              <a:t> </a:t>
            </a:r>
            <a:r>
              <a:rPr lang="en-US" sz="1200" b="1"/>
              <a:t>data-sly-test</a:t>
            </a:r>
            <a:r>
              <a:rPr lang="en-US" sz="1200"/>
              <a:t> conditionally removes the host element and it’s content. A value of false removes the element; a value of true retains the element. For example, the p element and its content will only be rendered if </a:t>
            </a:r>
            <a:r>
              <a:rPr lang="en-US" sz="1200" err="1"/>
              <a:t>isShown</a:t>
            </a:r>
            <a:r>
              <a:rPr lang="en-US" sz="1200"/>
              <a:t> is true:</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endParaRPr lang="en-US" sz="1200"/>
          </a:p>
          <a:p>
            <a:pPr marL="342900" indent="-342900">
              <a:buFont typeface="Wingdings" panose="05000000000000000000" pitchFamily="2" charset="2"/>
              <a:buChar char="Ø"/>
            </a:pPr>
            <a:r>
              <a:rPr lang="en-US" sz="1200"/>
              <a:t>The result of a test can be assigned to a variable that can be used later. This is usually used to construct “if else” logic, since there is no explicit else statement:</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endParaRPr lang="en-US" sz="1200"/>
          </a:p>
          <a:p>
            <a:endParaRPr lang="en-US" sz="1200"/>
          </a:p>
          <a:p>
            <a:pPr marL="342900" indent="-342900">
              <a:buFont typeface="Wingdings" panose="05000000000000000000" pitchFamily="2" charset="2"/>
              <a:buChar char="Ø"/>
            </a:pPr>
            <a:r>
              <a:rPr lang="en-US" sz="1200"/>
              <a:t>Following are some examples on comparing values:</a:t>
            </a:r>
          </a:p>
          <a:p>
            <a:pPr lvl="1"/>
            <a:endParaRPr lang="en-US" sz="1200"/>
          </a:p>
          <a:p>
            <a:pPr lvl="1"/>
            <a:endParaRPr lang="en-US" sz="1200"/>
          </a:p>
          <a:p>
            <a:pPr lvl="1"/>
            <a:endParaRPr lang="en-US" sz="1200"/>
          </a:p>
          <a:p>
            <a:pPr marL="342900" indent="-342900">
              <a:buFont typeface="Wingdings" panose="05000000000000000000" pitchFamily="2" charset="2"/>
              <a:buChar char="Ø"/>
            </a:pPr>
            <a:endParaRPr lang="en-US" sz="1200"/>
          </a:p>
          <a:p>
            <a:endParaRPr lang="en-US" sz="1200"/>
          </a:p>
          <a:p>
            <a:endParaRPr lang="en-US" sz="1200"/>
          </a:p>
          <a:p>
            <a:pPr marL="342900" indent="-342900">
              <a:buFont typeface="Wingdings" panose="05000000000000000000" pitchFamily="2" charset="2"/>
              <a:buChar char="Ø"/>
            </a:pPr>
            <a:endParaRPr lang="en-US" sz="1200">
              <a:solidFill>
                <a:srgbClr val="00277E"/>
              </a:solidFill>
            </a:endParaRPr>
          </a:p>
        </p:txBody>
      </p:sp>
      <p:pic>
        <p:nvPicPr>
          <p:cNvPr id="3" name="Picture 2"/>
          <p:cNvPicPr>
            <a:picLocks noChangeAspect="1"/>
          </p:cNvPicPr>
          <p:nvPr/>
        </p:nvPicPr>
        <p:blipFill>
          <a:blip r:embed="rId4"/>
          <a:stretch>
            <a:fillRect/>
          </a:stretch>
        </p:blipFill>
        <p:spPr>
          <a:xfrm>
            <a:off x="865241" y="1169318"/>
            <a:ext cx="6715125" cy="552450"/>
          </a:xfrm>
          <a:prstGeom prst="rect">
            <a:avLst/>
          </a:prstGeom>
        </p:spPr>
      </p:pic>
      <p:pic>
        <p:nvPicPr>
          <p:cNvPr id="6" name="Picture 5"/>
          <p:cNvPicPr>
            <a:picLocks noChangeAspect="1"/>
          </p:cNvPicPr>
          <p:nvPr/>
        </p:nvPicPr>
        <p:blipFill>
          <a:blip r:embed="rId5"/>
          <a:stretch>
            <a:fillRect/>
          </a:stretch>
        </p:blipFill>
        <p:spPr>
          <a:xfrm>
            <a:off x="846191" y="2293363"/>
            <a:ext cx="6734175" cy="762000"/>
          </a:xfrm>
          <a:prstGeom prst="rect">
            <a:avLst/>
          </a:prstGeom>
        </p:spPr>
      </p:pic>
      <p:pic>
        <p:nvPicPr>
          <p:cNvPr id="7" name="Picture 6"/>
          <p:cNvPicPr>
            <a:picLocks noChangeAspect="1"/>
          </p:cNvPicPr>
          <p:nvPr/>
        </p:nvPicPr>
        <p:blipFill>
          <a:blip r:embed="rId6"/>
          <a:stretch>
            <a:fillRect/>
          </a:stretch>
        </p:blipFill>
        <p:spPr>
          <a:xfrm>
            <a:off x="846191" y="3421733"/>
            <a:ext cx="7000875" cy="1323975"/>
          </a:xfrm>
          <a:prstGeom prst="rect">
            <a:avLst/>
          </a:prstGeom>
        </p:spPr>
      </p:pic>
    </p:spTree>
    <p:extLst>
      <p:ext uri="{BB962C8B-B14F-4D97-AF65-F5344CB8AC3E}">
        <p14:creationId xmlns:p14="http://schemas.microsoft.com/office/powerpoint/2010/main" val="23436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Types of HTL Block Statements</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434571" y="718923"/>
            <a:ext cx="8092966" cy="3046988"/>
          </a:xfrm>
          <a:prstGeom prst="rect">
            <a:avLst/>
          </a:prstGeom>
        </p:spPr>
        <p:txBody>
          <a:bodyPr wrap="square">
            <a:spAutoFit/>
          </a:bodyPr>
          <a:lstStyle/>
          <a:p>
            <a:pPr marL="342900" indent="-342900">
              <a:buFont typeface="Wingdings" panose="05000000000000000000" pitchFamily="2" charset="2"/>
              <a:buChar char="Ø"/>
            </a:pPr>
            <a:r>
              <a:rPr lang="en-US" sz="1200" u="sng"/>
              <a:t>list:</a:t>
            </a:r>
            <a:r>
              <a:rPr lang="en-US" sz="1200"/>
              <a:t> </a:t>
            </a:r>
            <a:r>
              <a:rPr lang="en-US" sz="1200" b="1"/>
              <a:t>data-sly-list</a:t>
            </a:r>
            <a:r>
              <a:rPr lang="en-US" sz="1200"/>
              <a:t> repeats the content of the host element for each enumerable property in the provided object. Here is a simple loop:</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endParaRPr lang="en-US" sz="1200"/>
          </a:p>
          <a:p>
            <a:endParaRPr lang="en-US" sz="1200"/>
          </a:p>
          <a:p>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a:t>List variables:</a:t>
            </a:r>
          </a:p>
          <a:p>
            <a:pPr marL="800100" lvl="1" indent="-342900">
              <a:buFont typeface="Wingdings" panose="05000000000000000000" pitchFamily="2" charset="2"/>
              <a:buChar char="§"/>
            </a:pPr>
            <a:r>
              <a:rPr lang="en-US" sz="1200"/>
              <a:t>item: The current item in the iteration.</a:t>
            </a:r>
          </a:p>
          <a:p>
            <a:pPr marL="800100" lvl="1" indent="-342900">
              <a:buFont typeface="Wingdings" panose="05000000000000000000" pitchFamily="2" charset="2"/>
              <a:buChar char="§"/>
            </a:pPr>
            <a:r>
              <a:rPr lang="en-US" sz="1200" err="1"/>
              <a:t>itemList</a:t>
            </a:r>
            <a:r>
              <a:rPr lang="en-US" sz="1200"/>
              <a:t>: Object holding the following properties:</a:t>
            </a:r>
          </a:p>
          <a:p>
            <a:pPr marL="1257300" lvl="2" indent="-342900">
              <a:buFont typeface="Arial" panose="020B0604020202020204" pitchFamily="34" charset="0"/>
              <a:buChar char="•"/>
            </a:pPr>
            <a:r>
              <a:rPr lang="en-US" sz="1200"/>
              <a:t>index: zero-based counter ( 0..length-1).</a:t>
            </a:r>
          </a:p>
          <a:p>
            <a:pPr marL="1257300" lvl="2" indent="-342900">
              <a:buFont typeface="Arial" panose="020B0604020202020204" pitchFamily="34" charset="0"/>
              <a:buChar char="•"/>
            </a:pPr>
            <a:r>
              <a:rPr lang="en-US" sz="1200"/>
              <a:t>count: one-based counter ( 1..length).</a:t>
            </a:r>
          </a:p>
          <a:p>
            <a:pPr marL="1257300" lvl="2" indent="-342900">
              <a:buFont typeface="Arial" panose="020B0604020202020204" pitchFamily="34" charset="0"/>
              <a:buChar char="•"/>
            </a:pPr>
            <a:r>
              <a:rPr lang="en-US" sz="1200"/>
              <a:t>first: true if the current item is the first item.</a:t>
            </a:r>
          </a:p>
        </p:txBody>
      </p:sp>
      <p:pic>
        <p:nvPicPr>
          <p:cNvPr id="4" name="Picture 3"/>
          <p:cNvPicPr>
            <a:picLocks noChangeAspect="1"/>
          </p:cNvPicPr>
          <p:nvPr/>
        </p:nvPicPr>
        <p:blipFill>
          <a:blip r:embed="rId4"/>
          <a:stretch>
            <a:fillRect/>
          </a:stretch>
        </p:blipFill>
        <p:spPr>
          <a:xfrm>
            <a:off x="853439" y="1248081"/>
            <a:ext cx="6700385" cy="1220794"/>
          </a:xfrm>
          <a:prstGeom prst="rect">
            <a:avLst/>
          </a:prstGeom>
        </p:spPr>
      </p:pic>
      <p:sp>
        <p:nvSpPr>
          <p:cNvPr id="3" name="TextBox 2">
            <a:extLst>
              <a:ext uri="{FF2B5EF4-FFF2-40B4-BE49-F238E27FC236}">
                <a16:creationId xmlns:a16="http://schemas.microsoft.com/office/drawing/2014/main" id="{427D92DF-D057-4184-BBDC-BBA2B7CE78D6}"/>
              </a:ext>
            </a:extLst>
          </p:cNvPr>
          <p:cNvSpPr txBox="1"/>
          <p:nvPr/>
        </p:nvSpPr>
        <p:spPr>
          <a:xfrm>
            <a:off x="495300" y="3810000"/>
            <a:ext cx="65" cy="276999"/>
          </a:xfrm>
          <a:prstGeom prst="rect">
            <a:avLst/>
          </a:prstGeom>
        </p:spPr>
        <p:txBody>
          <a:bodyPr wrap="none" lIns="0" tIns="0" rIns="0" bIns="0" rtlCol="0">
            <a:spAutoFit/>
          </a:bodyPr>
          <a:lstStyle/>
          <a:p>
            <a:pPr algn="l"/>
            <a:endParaRPr lang="en-IN">
              <a:solidFill>
                <a:schemeClr val="tx2"/>
              </a:solidFill>
            </a:endParaRPr>
          </a:p>
        </p:txBody>
      </p:sp>
      <p:sp>
        <p:nvSpPr>
          <p:cNvPr id="8" name="TextBox 7">
            <a:extLst>
              <a:ext uri="{FF2B5EF4-FFF2-40B4-BE49-F238E27FC236}">
                <a16:creationId xmlns:a16="http://schemas.microsoft.com/office/drawing/2014/main" id="{E3B3D1EB-3C1D-447B-A8A5-D09F2C3C624F}"/>
              </a:ext>
            </a:extLst>
          </p:cNvPr>
          <p:cNvSpPr txBox="1"/>
          <p:nvPr/>
        </p:nvSpPr>
        <p:spPr>
          <a:xfrm>
            <a:off x="437530" y="3919824"/>
            <a:ext cx="65" cy="276999"/>
          </a:xfrm>
          <a:prstGeom prst="rect">
            <a:avLst/>
          </a:prstGeom>
        </p:spPr>
        <p:txBody>
          <a:bodyPr wrap="none" lIns="0" tIns="0" rIns="0" bIns="0" rtlCol="0">
            <a:spAutoFit/>
          </a:bodyPr>
          <a:lstStyle/>
          <a:p>
            <a:pPr algn="l"/>
            <a:endParaRPr lang="en-IN">
              <a:solidFill>
                <a:schemeClr val="tx2"/>
              </a:solidFill>
            </a:endParaRPr>
          </a:p>
        </p:txBody>
      </p:sp>
      <p:sp>
        <p:nvSpPr>
          <p:cNvPr id="10" name="TextBox 9">
            <a:extLst>
              <a:ext uri="{FF2B5EF4-FFF2-40B4-BE49-F238E27FC236}">
                <a16:creationId xmlns:a16="http://schemas.microsoft.com/office/drawing/2014/main" id="{A462EBB4-2E94-4233-A692-68F12DFD613C}"/>
              </a:ext>
            </a:extLst>
          </p:cNvPr>
          <p:cNvSpPr txBox="1"/>
          <p:nvPr/>
        </p:nvSpPr>
        <p:spPr>
          <a:xfrm>
            <a:off x="553134" y="3913803"/>
            <a:ext cx="8153336" cy="646331"/>
          </a:xfrm>
          <a:prstGeom prst="rect">
            <a:avLst/>
          </a:prstGeom>
        </p:spPr>
        <p:txBody>
          <a:bodyPr wrap="square" lIns="0" tIns="0" rIns="0" bIns="0" rtlCol="0">
            <a:spAutoFit/>
          </a:bodyPr>
          <a:lstStyle/>
          <a:p>
            <a:pPr marL="171450" indent="-171450">
              <a:buFont typeface="Wingdings" panose="05000000000000000000" pitchFamily="2" charset="2"/>
              <a:buChar char="Ø"/>
            </a:pPr>
            <a:r>
              <a:rPr lang="en-US" sz="1200"/>
              <a:t>   	</a:t>
            </a:r>
            <a:r>
              <a:rPr lang="en-US" sz="1200" b="1"/>
              <a:t>data-sly-repeat - </a:t>
            </a:r>
            <a:r>
              <a:rPr lang="en-US" sz="1200"/>
              <a:t>With data-sly-repeat you can repeat an element multiple times based on the list that is    	specified. It is similar to list except you do not need a container element</a:t>
            </a:r>
          </a:p>
          <a:p>
            <a:pPr algn="l"/>
            <a:endParaRPr lang="en-IN">
              <a:solidFill>
                <a:schemeClr val="tx2"/>
              </a:solidFill>
            </a:endParaRPr>
          </a:p>
        </p:txBody>
      </p:sp>
      <p:sp>
        <p:nvSpPr>
          <p:cNvPr id="11" name="Rectangle 1">
            <a:extLst>
              <a:ext uri="{FF2B5EF4-FFF2-40B4-BE49-F238E27FC236}">
                <a16:creationId xmlns:a16="http://schemas.microsoft.com/office/drawing/2014/main" id="{8E0CB735-3AFD-4D54-B376-A0D48FD5968F}"/>
              </a:ext>
            </a:extLst>
          </p:cNvPr>
          <p:cNvSpPr>
            <a:spLocks noChangeArrowheads="1"/>
          </p:cNvSpPr>
          <p:nvPr/>
        </p:nvSpPr>
        <p:spPr bwMode="auto">
          <a:xfrm>
            <a:off x="0" y="-138499"/>
            <a:ext cx="248786"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4A4A4A"/>
                </a:solidFill>
                <a:effectLst/>
                <a:latin typeface="Arial" panose="020B0604020202020204" pitchFamily="34" charset="0"/>
                <a:ea typeface="adobe-clean"/>
              </a:rPr>
              <a:t>.</a:t>
            </a:r>
            <a:r>
              <a:rPr kumimoji="0" lang="en-US" altLang="en-US" sz="6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0B2FFB3A-F6EC-428E-9911-7260DE00D864}"/>
              </a:ext>
            </a:extLst>
          </p:cNvPr>
          <p:cNvPicPr>
            <a:picLocks noChangeAspect="1"/>
          </p:cNvPicPr>
          <p:nvPr/>
        </p:nvPicPr>
        <p:blipFill>
          <a:blip r:embed="rId5"/>
          <a:stretch>
            <a:fillRect/>
          </a:stretch>
        </p:blipFill>
        <p:spPr>
          <a:xfrm>
            <a:off x="810316" y="4475206"/>
            <a:ext cx="7271045" cy="461124"/>
          </a:xfrm>
          <a:prstGeom prst="rect">
            <a:avLst/>
          </a:prstGeom>
        </p:spPr>
      </p:pic>
    </p:spTree>
    <p:extLst>
      <p:ext uri="{BB962C8B-B14F-4D97-AF65-F5344CB8AC3E}">
        <p14:creationId xmlns:p14="http://schemas.microsoft.com/office/powerpoint/2010/main" val="339202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Types of HTL Block Statements</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399356" y="756538"/>
            <a:ext cx="8092966" cy="3600986"/>
          </a:xfrm>
          <a:prstGeom prst="rect">
            <a:avLst/>
          </a:prstGeom>
        </p:spPr>
        <p:txBody>
          <a:bodyPr wrap="square">
            <a:spAutoFit/>
          </a:bodyPr>
          <a:lstStyle/>
          <a:p>
            <a:pPr marL="342900" indent="-342900">
              <a:buFont typeface="Wingdings" panose="05000000000000000000" pitchFamily="2" charset="2"/>
              <a:buChar char="Ø"/>
            </a:pPr>
            <a:r>
              <a:rPr lang="en-US" sz="1200" u="sng"/>
              <a:t>resource:</a:t>
            </a:r>
            <a:r>
              <a:rPr lang="en-US" sz="1200"/>
              <a:t> </a:t>
            </a:r>
            <a:r>
              <a:rPr lang="en-US" sz="1200" b="1"/>
              <a:t>data-sly-resource</a:t>
            </a:r>
            <a:r>
              <a:rPr lang="en-US" sz="1200"/>
              <a:t> includes the result of rendering the indicated resource through the sling resolution and rendering process. </a:t>
            </a:r>
          </a:p>
          <a:p>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endParaRPr lang="en-US" sz="1200" u="sng"/>
          </a:p>
          <a:p>
            <a:pPr marL="342900" indent="-342900">
              <a:buFont typeface="Wingdings" panose="05000000000000000000" pitchFamily="2" charset="2"/>
              <a:buChar char="Ø"/>
            </a:pPr>
            <a:r>
              <a:rPr lang="en-US" sz="1200" u="sng"/>
              <a:t>Include:</a:t>
            </a:r>
            <a:r>
              <a:rPr lang="en-US" sz="1200"/>
              <a:t> </a:t>
            </a:r>
            <a:r>
              <a:rPr lang="en-US" sz="1200" b="1"/>
              <a:t>data-sly-include</a:t>
            </a:r>
            <a:r>
              <a:rPr lang="en-US" sz="1200"/>
              <a:t> replaces the content of the host element with the markup generated by the indicated HTML template file (HTL, JSP, ESP etc.) when it is processed by its corresponding template engine. </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endParaRPr lang="en-US" sz="1200" u="sng"/>
          </a:p>
          <a:p>
            <a:pPr marL="342900" indent="-342900">
              <a:buFont typeface="Wingdings" panose="05000000000000000000" pitchFamily="2" charset="2"/>
              <a:buChar char="Ø"/>
            </a:pPr>
            <a:r>
              <a:rPr lang="en-US" sz="1200" u="sng"/>
              <a:t>template &amp; call:</a:t>
            </a:r>
            <a:r>
              <a:rPr lang="en-US" sz="1200"/>
              <a:t> Template blocks can be used like function calls: in their declaration they can get parameters, which can then be passed when calling them. They also allow recursion.</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u="sng"/>
              <a:t>data-sly-template</a:t>
            </a:r>
            <a:r>
              <a:rPr lang="en-US" sz="1200"/>
              <a:t> defines a template. The host element and its content are not output by HTL</a:t>
            </a:r>
          </a:p>
          <a:p>
            <a:pPr marL="342900" indent="-342900">
              <a:buFont typeface="Wingdings" panose="05000000000000000000" pitchFamily="2" charset="2"/>
              <a:buChar char="Ø"/>
            </a:pPr>
            <a:endParaRPr lang="en-US" sz="1200"/>
          </a:p>
        </p:txBody>
      </p:sp>
      <p:pic>
        <p:nvPicPr>
          <p:cNvPr id="3" name="Picture 2"/>
          <p:cNvPicPr>
            <a:picLocks noChangeAspect="1"/>
          </p:cNvPicPr>
          <p:nvPr/>
        </p:nvPicPr>
        <p:blipFill>
          <a:blip r:embed="rId4"/>
          <a:stretch>
            <a:fillRect/>
          </a:stretch>
        </p:blipFill>
        <p:spPr>
          <a:xfrm>
            <a:off x="835864" y="1325521"/>
            <a:ext cx="7219950" cy="542925"/>
          </a:xfrm>
          <a:prstGeom prst="rect">
            <a:avLst/>
          </a:prstGeom>
        </p:spPr>
      </p:pic>
      <p:pic>
        <p:nvPicPr>
          <p:cNvPr id="6" name="Picture 5"/>
          <p:cNvPicPr>
            <a:picLocks noChangeAspect="1"/>
          </p:cNvPicPr>
          <p:nvPr/>
        </p:nvPicPr>
        <p:blipFill>
          <a:blip r:embed="rId5"/>
          <a:stretch>
            <a:fillRect/>
          </a:stretch>
        </p:blipFill>
        <p:spPr>
          <a:xfrm>
            <a:off x="835864" y="2557031"/>
            <a:ext cx="6686550" cy="581025"/>
          </a:xfrm>
          <a:prstGeom prst="rect">
            <a:avLst/>
          </a:prstGeom>
        </p:spPr>
      </p:pic>
    </p:spTree>
    <p:extLst>
      <p:ext uri="{BB962C8B-B14F-4D97-AF65-F5344CB8AC3E}">
        <p14:creationId xmlns:p14="http://schemas.microsoft.com/office/powerpoint/2010/main" val="238676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FAC9069-C21D-4C2D-8660-63D49DB7D382}"/>
              </a:ext>
            </a:extLst>
          </p:cNvPr>
          <p:cNvSpPr txBox="1">
            <a:spLocks/>
          </p:cNvSpPr>
          <p:nvPr/>
        </p:nvSpPr>
        <p:spPr>
          <a:xfrm>
            <a:off x="278499" y="179885"/>
            <a:ext cx="8450831" cy="637613"/>
          </a:xfrm>
          <a:prstGeom prst="rect">
            <a:avLst/>
          </a:prstGeom>
        </p:spPr>
        <p:txBody>
          <a:bodyPr vert="horz" lIns="0" tIns="0" rIns="0" bIns="0" rtlCol="0" anchor="t" anchorCtr="0">
            <a:noAutofit/>
          </a:bodyPr>
          <a:lstStyle>
            <a:lvl1pPr algn="l" defTabSz="914378" rtl="0" eaLnBrk="1" latinLnBrk="0" hangingPunct="1">
              <a:lnSpc>
                <a:spcPct val="90000"/>
              </a:lnSpc>
              <a:spcBef>
                <a:spcPct val="0"/>
              </a:spcBef>
              <a:buNone/>
              <a:defRPr sz="2400" b="1" kern="1200">
                <a:solidFill>
                  <a:schemeClr val="tx1"/>
                </a:solidFill>
                <a:latin typeface="Arial" charset="0"/>
                <a:ea typeface="Arial" charset="0"/>
                <a:cs typeface="Arial" charset="0"/>
              </a:defRPr>
            </a:lvl1pPr>
          </a:lstStyle>
          <a:p>
            <a:r>
              <a:rPr lang="en-US">
                <a:solidFill>
                  <a:srgbClr val="00277E"/>
                </a:solidFill>
              </a:rPr>
              <a:t>Types of HTL Block Statements</a:t>
            </a:r>
          </a:p>
        </p:txBody>
      </p:sp>
      <p:cxnSp>
        <p:nvCxnSpPr>
          <p:cNvPr id="4" name="Straight Connector 3">
            <a:extLst>
              <a:ext uri="{FF2B5EF4-FFF2-40B4-BE49-F238E27FC236}">
                <a16:creationId xmlns:a16="http://schemas.microsoft.com/office/drawing/2014/main" id="{05CB8951-8148-4D4D-85B9-46FF56F30CA7}"/>
              </a:ext>
            </a:extLst>
          </p:cNvPr>
          <p:cNvCxnSpPr/>
          <p:nvPr/>
        </p:nvCxnSpPr>
        <p:spPr>
          <a:xfrm flipV="1">
            <a:off x="208068" y="487417"/>
            <a:ext cx="8521262" cy="2254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DF95205-2EC9-47A2-B555-94AB575D50EB}"/>
              </a:ext>
            </a:extLst>
          </p:cNvPr>
          <p:cNvSpPr txBox="1"/>
          <p:nvPr/>
        </p:nvSpPr>
        <p:spPr>
          <a:xfrm>
            <a:off x="278499" y="817497"/>
            <a:ext cx="8770620" cy="2862322"/>
          </a:xfrm>
          <a:prstGeom prst="rect">
            <a:avLst/>
          </a:prstGeom>
          <a:noFill/>
        </p:spPr>
        <p:txBody>
          <a:bodyPr wrap="square">
            <a:spAutoFit/>
          </a:bodyPr>
          <a:lstStyle/>
          <a:p>
            <a:pPr marL="342900" indent="-342900">
              <a:buFont typeface="Wingdings" panose="05000000000000000000" pitchFamily="2" charset="2"/>
              <a:buChar char="Ø"/>
            </a:pPr>
            <a:r>
              <a:rPr lang="en-US" sz="1200" b="1" i="1"/>
              <a:t>Template Declaration: </a:t>
            </a:r>
          </a:p>
          <a:p>
            <a:pPr marL="342900" indent="-342900">
              <a:buFont typeface="Wingdings" panose="05000000000000000000" pitchFamily="2" charset="2"/>
              <a:buChar char="Ø"/>
            </a:pPr>
            <a:endParaRPr lang="en-US" sz="1200"/>
          </a:p>
          <a:p>
            <a:pPr lvl="1"/>
            <a:r>
              <a:rPr lang="en-US" sz="1200"/>
              <a:t>	&lt;template data-sly-</a:t>
            </a:r>
            <a:r>
              <a:rPr lang="en-US" sz="1200" err="1"/>
              <a:t>template.example</a:t>
            </a:r>
            <a:r>
              <a:rPr lang="en-US" sz="1200"/>
              <a:t>=“${@ class, text}”&gt;</a:t>
            </a:r>
          </a:p>
          <a:p>
            <a:pPr lvl="2"/>
            <a:r>
              <a:rPr lang="en-US" sz="1200"/>
              <a:t>	&lt;span class=“${class}”&gt;${text}&lt;/span&gt;</a:t>
            </a:r>
          </a:p>
          <a:p>
            <a:pPr lvl="2"/>
            <a:r>
              <a:rPr lang="en-US" sz="1200"/>
              <a:t>&lt;/template&gt;</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b="1" i="1"/>
              <a:t>data-sly-call</a:t>
            </a:r>
            <a:r>
              <a:rPr lang="en-US" sz="1200" b="1"/>
              <a:t> - </a:t>
            </a:r>
            <a:r>
              <a:rPr lang="en-US" sz="1200"/>
              <a:t> calls a template defined with data-sly-template. The content of the called template (optionally parameterized) replaces the content of the host element of the call.</a:t>
            </a:r>
          </a:p>
          <a:p>
            <a:pPr marL="342900" indent="-342900">
              <a:buFont typeface="Wingdings" panose="05000000000000000000" pitchFamily="2" charset="2"/>
              <a:buChar char="Ø"/>
            </a:pPr>
            <a:endParaRPr lang="en-US" sz="1200"/>
          </a:p>
          <a:p>
            <a:r>
              <a:rPr lang="en-US" sz="1200"/>
              <a:t>        &lt;div data-sly-call=“${example @ class=‘</a:t>
            </a:r>
            <a:r>
              <a:rPr lang="en-US" sz="1200" err="1"/>
              <a:t>css</a:t>
            </a:r>
            <a:r>
              <a:rPr lang="en-US" sz="1200"/>
              <a:t>-class’, text=‘Hi’}”&gt;&lt;/div&gt;</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r>
              <a:rPr lang="en-US" sz="1200" b="1" i="1"/>
              <a:t>Output:</a:t>
            </a:r>
          </a:p>
          <a:p>
            <a:endParaRPr lang="en-US" sz="1200"/>
          </a:p>
          <a:p>
            <a:r>
              <a:rPr lang="en-US" sz="1200"/>
              <a:t>        &lt;div&gt;&lt;span class=“</a:t>
            </a:r>
            <a:r>
              <a:rPr lang="en-US" sz="1200" err="1"/>
              <a:t>css</a:t>
            </a:r>
            <a:r>
              <a:rPr lang="en-US" sz="1200"/>
              <a:t>-class”&gt;Hi&lt;/span&gt;&lt;/div&gt;</a:t>
            </a:r>
          </a:p>
        </p:txBody>
      </p:sp>
    </p:spTree>
    <p:extLst>
      <p:ext uri="{BB962C8B-B14F-4D97-AF65-F5344CB8AC3E}">
        <p14:creationId xmlns:p14="http://schemas.microsoft.com/office/powerpoint/2010/main" val="4210973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C8F1-0A3F-4947-BBBD-6CE30C41A222}"/>
              </a:ext>
            </a:extLst>
          </p:cNvPr>
          <p:cNvSpPr>
            <a:spLocks noGrp="1"/>
          </p:cNvSpPr>
          <p:nvPr>
            <p:ph type="title"/>
          </p:nvPr>
        </p:nvSpPr>
        <p:spPr/>
        <p:txBody>
          <a:bodyPr/>
          <a:lstStyle/>
          <a:p>
            <a:r>
              <a:rPr lang="en-US"/>
              <a:t>HTL Expression Options</a:t>
            </a:r>
            <a:endParaRPr lang="en-IN"/>
          </a:p>
        </p:txBody>
      </p:sp>
      <p:sp>
        <p:nvSpPr>
          <p:cNvPr id="3" name="TextBox 2">
            <a:extLst>
              <a:ext uri="{FF2B5EF4-FFF2-40B4-BE49-F238E27FC236}">
                <a16:creationId xmlns:a16="http://schemas.microsoft.com/office/drawing/2014/main" id="{1825C0A5-6E5E-41BF-A03B-B8CE2304BDD7}"/>
              </a:ext>
            </a:extLst>
          </p:cNvPr>
          <p:cNvSpPr txBox="1"/>
          <p:nvPr/>
        </p:nvSpPr>
        <p:spPr>
          <a:xfrm>
            <a:off x="458724" y="895350"/>
            <a:ext cx="8378952" cy="2954655"/>
          </a:xfrm>
          <a:prstGeom prst="rect">
            <a:avLst/>
          </a:prstGeom>
        </p:spPr>
        <p:txBody>
          <a:bodyPr wrap="square" lIns="0" tIns="0" rIns="0" bIns="0" rtlCol="0">
            <a:spAutoFit/>
          </a:bodyPr>
          <a:lstStyle/>
          <a:p>
            <a:pPr marL="171450" indent="-171450" algn="l">
              <a:buFont typeface="Wingdings" panose="05000000000000000000" pitchFamily="2" charset="2"/>
              <a:buChar char="Ø"/>
            </a:pPr>
            <a:r>
              <a:rPr lang="en-US" sz="1200" b="1">
                <a:solidFill>
                  <a:schemeClr val="accent6">
                    <a:lumMod val="10000"/>
                  </a:schemeClr>
                </a:solidFill>
              </a:rPr>
              <a:t>Display Context Option</a:t>
            </a:r>
          </a:p>
          <a:p>
            <a:pPr algn="l"/>
            <a:endParaRPr lang="en-US" sz="1200">
              <a:solidFill>
                <a:schemeClr val="accent4">
                  <a:lumMod val="50000"/>
                </a:schemeClr>
              </a:solidFill>
            </a:endParaRPr>
          </a:p>
          <a:p>
            <a:r>
              <a:rPr lang="en-IN" sz="1200" b="0" i="0">
                <a:solidFill>
                  <a:schemeClr val="accent4">
                    <a:lumMod val="50000"/>
                  </a:schemeClr>
                </a:solidFill>
                <a:effectLst/>
                <a:latin typeface="roboto" panose="02000000000000000000" pitchFamily="2" charset="0"/>
              </a:rPr>
              <a:t>The context option offers control over escaping and XSS protection.</a:t>
            </a:r>
          </a:p>
          <a:p>
            <a:endParaRPr lang="en-IN" sz="1200">
              <a:solidFill>
                <a:schemeClr val="accent4">
                  <a:lumMod val="50000"/>
                </a:schemeClr>
              </a:solidFill>
              <a:latin typeface="roboto" panose="02000000000000000000" pitchFamily="2" charset="0"/>
            </a:endParaRPr>
          </a:p>
          <a:p>
            <a:pPr marL="171450" indent="-171450">
              <a:buFont typeface="Arial" panose="020B0604020202020204" pitchFamily="34" charset="0"/>
              <a:buChar char="•"/>
            </a:pPr>
            <a:r>
              <a:rPr lang="en-IN" sz="1200" b="0" i="0">
                <a:solidFill>
                  <a:schemeClr val="accent4">
                    <a:lumMod val="50000"/>
                  </a:schemeClr>
                </a:solidFill>
                <a:effectLst/>
                <a:latin typeface="roboto" panose="02000000000000000000" pitchFamily="2" charset="0"/>
              </a:rPr>
              <a:t> </a:t>
            </a:r>
            <a:r>
              <a:rPr lang="en-IN" sz="1200" b="0" i="1">
                <a:solidFill>
                  <a:schemeClr val="accent6">
                    <a:lumMod val="10000"/>
                  </a:schemeClr>
                </a:solidFill>
                <a:effectLst/>
                <a:latin typeface="roboto" panose="02000000000000000000" pitchFamily="2" charset="0"/>
              </a:rPr>
              <a:t>Allowing some HTML markup (filtering out scripts) </a:t>
            </a:r>
          </a:p>
          <a:p>
            <a:r>
              <a:rPr lang="en-IN" sz="1200" b="0" i="0">
                <a:solidFill>
                  <a:schemeClr val="accent4">
                    <a:lumMod val="50000"/>
                  </a:schemeClr>
                </a:solidFill>
                <a:effectLst/>
                <a:latin typeface="roboto" panose="02000000000000000000" pitchFamily="2" charset="0"/>
              </a:rPr>
              <a:t>&lt;div&gt;${'&lt;p&gt;Hello&lt;/p&gt;'@context='html'}&lt;/div&gt; </a:t>
            </a:r>
          </a:p>
          <a:p>
            <a:endParaRPr lang="en-IN" sz="1200" b="0" i="0">
              <a:solidFill>
                <a:schemeClr val="accent4">
                  <a:lumMod val="50000"/>
                </a:schemeClr>
              </a:solidFill>
              <a:effectLst/>
              <a:latin typeface="roboto" panose="02000000000000000000" pitchFamily="2" charset="0"/>
            </a:endParaRPr>
          </a:p>
          <a:p>
            <a:pPr marL="171450" indent="-171450">
              <a:buFont typeface="Arial" panose="020B0604020202020204" pitchFamily="34" charset="0"/>
              <a:buChar char="•"/>
            </a:pPr>
            <a:r>
              <a:rPr lang="en-IN" sz="1200" b="0" i="1">
                <a:solidFill>
                  <a:schemeClr val="accent6">
                    <a:lumMod val="10000"/>
                  </a:schemeClr>
                </a:solidFill>
                <a:effectLst/>
                <a:latin typeface="roboto" panose="02000000000000000000" pitchFamily="2" charset="0"/>
              </a:rPr>
              <a:t>Without context : </a:t>
            </a:r>
          </a:p>
          <a:p>
            <a:r>
              <a:rPr lang="en-IN" sz="1200" b="0" i="0">
                <a:solidFill>
                  <a:schemeClr val="accent4">
                    <a:lumMod val="50000"/>
                  </a:schemeClr>
                </a:solidFill>
                <a:effectLst/>
                <a:latin typeface="roboto" panose="02000000000000000000" pitchFamily="2" charset="0"/>
              </a:rPr>
              <a:t>&amp;</a:t>
            </a:r>
            <a:r>
              <a:rPr lang="en-IN" sz="1200" b="0" i="0" err="1">
                <a:solidFill>
                  <a:schemeClr val="accent4">
                    <a:lumMod val="50000"/>
                  </a:schemeClr>
                </a:solidFill>
                <a:effectLst/>
                <a:latin typeface="roboto" panose="02000000000000000000" pitchFamily="2" charset="0"/>
              </a:rPr>
              <a:t>lt;p&amp;gt;hello&amp;lt</a:t>
            </a:r>
            <a:r>
              <a:rPr lang="en-IN" sz="1200" b="0" i="0">
                <a:solidFill>
                  <a:schemeClr val="accent4">
                    <a:lumMod val="50000"/>
                  </a:schemeClr>
                </a:solidFill>
                <a:effectLst/>
                <a:latin typeface="roboto" panose="02000000000000000000" pitchFamily="2" charset="0"/>
              </a:rPr>
              <a:t>;/</a:t>
            </a:r>
            <a:r>
              <a:rPr lang="en-IN" sz="1200" b="0" i="0" err="1">
                <a:solidFill>
                  <a:schemeClr val="accent4">
                    <a:lumMod val="50000"/>
                  </a:schemeClr>
                </a:solidFill>
                <a:effectLst/>
                <a:latin typeface="roboto" panose="02000000000000000000" pitchFamily="2" charset="0"/>
              </a:rPr>
              <a:t>p&amp;gt</a:t>
            </a:r>
            <a:r>
              <a:rPr lang="en-IN" sz="1200" b="0" i="0">
                <a:solidFill>
                  <a:schemeClr val="accent4">
                    <a:lumMod val="50000"/>
                  </a:schemeClr>
                </a:solidFill>
                <a:effectLst/>
                <a:latin typeface="roboto" panose="02000000000000000000" pitchFamily="2" charset="0"/>
              </a:rPr>
              <a:t>;</a:t>
            </a:r>
          </a:p>
          <a:p>
            <a:r>
              <a:rPr lang="en-IN" sz="1200" b="0" i="0">
                <a:solidFill>
                  <a:schemeClr val="accent4">
                    <a:lumMod val="50000"/>
                  </a:schemeClr>
                </a:solidFill>
                <a:effectLst/>
                <a:latin typeface="roboto" panose="02000000000000000000" pitchFamily="2" charset="0"/>
              </a:rPr>
              <a:t> </a:t>
            </a:r>
            <a:endParaRPr lang="en-IN" sz="1200" b="0" i="0">
              <a:solidFill>
                <a:schemeClr val="accent6">
                  <a:lumMod val="10000"/>
                </a:schemeClr>
              </a:solidFill>
              <a:effectLst/>
              <a:latin typeface="roboto" panose="02000000000000000000" pitchFamily="2" charset="0"/>
            </a:endParaRPr>
          </a:p>
          <a:p>
            <a:pPr marL="171450" indent="-171450">
              <a:buFont typeface="Arial" panose="020B0604020202020204" pitchFamily="34" charset="0"/>
              <a:buChar char="•"/>
            </a:pPr>
            <a:r>
              <a:rPr lang="en-IN" sz="1200" b="0" i="1">
                <a:solidFill>
                  <a:schemeClr val="accent6">
                    <a:lumMod val="10000"/>
                  </a:schemeClr>
                </a:solidFill>
                <a:effectLst/>
                <a:latin typeface="roboto" panose="02000000000000000000" pitchFamily="2" charset="0"/>
              </a:rPr>
              <a:t>Adding URI validation protection :</a:t>
            </a:r>
          </a:p>
          <a:p>
            <a:r>
              <a:rPr lang="en-IN" sz="1200" b="0" i="0">
                <a:solidFill>
                  <a:schemeClr val="accent4">
                    <a:lumMod val="50000"/>
                  </a:schemeClr>
                </a:solidFill>
                <a:effectLst/>
                <a:latin typeface="roboto" panose="02000000000000000000" pitchFamily="2" charset="0"/>
              </a:rPr>
              <a:t>&lt;p data-link="${link @ context='</a:t>
            </a:r>
            <a:r>
              <a:rPr lang="en-IN" sz="1200" b="0" i="0" err="1">
                <a:solidFill>
                  <a:schemeClr val="accent4">
                    <a:lumMod val="50000"/>
                  </a:schemeClr>
                </a:solidFill>
                <a:effectLst/>
                <a:latin typeface="roboto" panose="02000000000000000000" pitchFamily="2" charset="0"/>
              </a:rPr>
              <a:t>uri</a:t>
            </a:r>
            <a:r>
              <a:rPr lang="en-IN" sz="1200" b="0" i="0">
                <a:solidFill>
                  <a:schemeClr val="accent4">
                    <a:lumMod val="50000"/>
                  </a:schemeClr>
                </a:solidFill>
                <a:effectLst/>
                <a:latin typeface="roboto" panose="02000000000000000000" pitchFamily="2" charset="0"/>
              </a:rPr>
              <a:t>'}"&gt;text&lt;/p&gt; </a:t>
            </a:r>
          </a:p>
          <a:p>
            <a:endParaRPr lang="en-IN" sz="1200">
              <a:solidFill>
                <a:schemeClr val="accent6">
                  <a:lumMod val="10000"/>
                </a:schemeClr>
              </a:solidFill>
              <a:latin typeface="roboto" panose="02000000000000000000" pitchFamily="2" charset="0"/>
            </a:endParaRPr>
          </a:p>
          <a:p>
            <a:pPr marL="171450" indent="-171450">
              <a:buFont typeface="Arial" panose="020B0604020202020204" pitchFamily="34" charset="0"/>
              <a:buChar char="•"/>
            </a:pPr>
            <a:r>
              <a:rPr lang="en-IN" sz="1200" b="0" i="1">
                <a:solidFill>
                  <a:schemeClr val="accent6">
                    <a:lumMod val="10000"/>
                  </a:schemeClr>
                </a:solidFill>
                <a:effectLst/>
                <a:latin typeface="roboto" panose="02000000000000000000" pitchFamily="2" charset="0"/>
              </a:rPr>
              <a:t>Applying CSS string escaping :</a:t>
            </a:r>
          </a:p>
          <a:p>
            <a:r>
              <a:rPr lang="en-IN" sz="1200" b="0" i="0">
                <a:solidFill>
                  <a:schemeClr val="accent4">
                    <a:lumMod val="50000"/>
                  </a:schemeClr>
                </a:solidFill>
                <a:effectLst/>
                <a:latin typeface="roboto" panose="02000000000000000000" pitchFamily="2" charset="0"/>
              </a:rPr>
              <a:t>&lt;style&gt; a { font-family: "${my Font @ context='</a:t>
            </a:r>
            <a:r>
              <a:rPr lang="en-IN" sz="1200" b="0" i="0" err="1">
                <a:solidFill>
                  <a:schemeClr val="accent4">
                    <a:lumMod val="50000"/>
                  </a:schemeClr>
                </a:solidFill>
                <a:effectLst/>
                <a:latin typeface="roboto" panose="02000000000000000000" pitchFamily="2" charset="0"/>
              </a:rPr>
              <a:t>styleString</a:t>
            </a:r>
            <a:r>
              <a:rPr lang="en-IN" sz="1200" b="0" i="0">
                <a:solidFill>
                  <a:schemeClr val="accent4">
                    <a:lumMod val="50000"/>
                  </a:schemeClr>
                </a:solidFill>
                <a:effectLst/>
                <a:latin typeface="roboto" panose="02000000000000000000" pitchFamily="2" charset="0"/>
              </a:rPr>
              <a:t>'}"; } &lt;/style&gt;</a:t>
            </a:r>
            <a:endParaRPr lang="en-IN" sz="1200">
              <a:solidFill>
                <a:schemeClr val="accent4">
                  <a:lumMod val="50000"/>
                </a:schemeClr>
              </a:solidFill>
            </a:endParaRPr>
          </a:p>
          <a:p>
            <a:endParaRPr lang="en-IN" sz="1200">
              <a:solidFill>
                <a:schemeClr val="accent4">
                  <a:lumMod val="50000"/>
                </a:schemeClr>
              </a:solidFill>
            </a:endParaRPr>
          </a:p>
        </p:txBody>
      </p:sp>
    </p:spTree>
    <p:extLst>
      <p:ext uri="{BB962C8B-B14F-4D97-AF65-F5344CB8AC3E}">
        <p14:creationId xmlns:p14="http://schemas.microsoft.com/office/powerpoint/2010/main" val="2230396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C3023CC1-ED41-49B3-8BDF-A0AF9DF9E0BF}"/>
              </a:ext>
            </a:extLst>
          </p:cNvPr>
          <p:cNvGraphicFramePr>
            <a:graphicFrameLocks noGrp="1"/>
          </p:cNvGraphicFramePr>
          <p:nvPr>
            <p:extLst>
              <p:ext uri="{D42A27DB-BD31-4B8C-83A1-F6EECF244321}">
                <p14:modId xmlns:p14="http://schemas.microsoft.com/office/powerpoint/2010/main" val="1740413950"/>
              </p:ext>
            </p:extLst>
          </p:nvPr>
        </p:nvGraphicFramePr>
        <p:xfrm>
          <a:off x="777240" y="66405"/>
          <a:ext cx="7254240" cy="5010690"/>
        </p:xfrm>
        <a:graphic>
          <a:graphicData uri="http://schemas.openxmlformats.org/drawingml/2006/table">
            <a:tbl>
              <a:tblPr firstRow="1" bandRow="1">
                <a:tableStyleId>{5C22544A-7EE6-4342-B048-85BDC9FD1C3A}</a:tableStyleId>
              </a:tblPr>
              <a:tblGrid>
                <a:gridCol w="3082669">
                  <a:extLst>
                    <a:ext uri="{9D8B030D-6E8A-4147-A177-3AD203B41FA5}">
                      <a16:colId xmlns:a16="http://schemas.microsoft.com/office/drawing/2014/main" val="116954977"/>
                    </a:ext>
                  </a:extLst>
                </a:gridCol>
                <a:gridCol w="4171571">
                  <a:extLst>
                    <a:ext uri="{9D8B030D-6E8A-4147-A177-3AD203B41FA5}">
                      <a16:colId xmlns:a16="http://schemas.microsoft.com/office/drawing/2014/main" val="2639491721"/>
                    </a:ext>
                  </a:extLst>
                </a:gridCol>
              </a:tblGrid>
              <a:tr h="392970">
                <a:tc>
                  <a:txBody>
                    <a:bodyPr/>
                    <a:lstStyle/>
                    <a:p>
                      <a:pPr algn="ctr"/>
                      <a:r>
                        <a:rPr lang="en-IN" sz="1100" b="0" i="0">
                          <a:solidFill>
                            <a:srgbClr val="C00000"/>
                          </a:solidFill>
                          <a:effectLst/>
                          <a:latin typeface="roboto" panose="02000000000000000000" pitchFamily="2" charset="0"/>
                        </a:rPr>
                        <a:t>Context</a:t>
                      </a:r>
                      <a:endParaRPr lang="en-IN" sz="1100">
                        <a:solidFill>
                          <a:srgbClr val="C00000"/>
                        </a:solidFill>
                      </a:endParaRPr>
                    </a:p>
                  </a:txBody>
                  <a:tcPr anchor="ctr">
                    <a:solidFill>
                      <a:schemeClr val="accent2">
                        <a:lumMod val="75000"/>
                        <a:alpha val="20000"/>
                      </a:schemeClr>
                    </a:solidFill>
                  </a:tcPr>
                </a:tc>
                <a:tc>
                  <a:txBody>
                    <a:bodyPr/>
                    <a:lstStyle/>
                    <a:p>
                      <a:pPr algn="ctr"/>
                      <a:r>
                        <a:rPr lang="en-IN" sz="1100" b="0" i="0">
                          <a:solidFill>
                            <a:srgbClr val="C00000"/>
                          </a:solidFill>
                          <a:effectLst/>
                          <a:latin typeface="roboto" panose="02000000000000000000" pitchFamily="2" charset="0"/>
                        </a:rPr>
                        <a:t>Use</a:t>
                      </a:r>
                      <a:endParaRPr lang="en-IN" sz="1100">
                        <a:solidFill>
                          <a:srgbClr val="C00000"/>
                        </a:solidFill>
                      </a:endParaRPr>
                    </a:p>
                  </a:txBody>
                  <a:tcPr anchor="ctr">
                    <a:solidFill>
                      <a:schemeClr val="accent2">
                        <a:lumMod val="75000"/>
                        <a:alpha val="20000"/>
                      </a:schemeClr>
                    </a:solidFill>
                  </a:tcPr>
                </a:tc>
                <a:extLst>
                  <a:ext uri="{0D108BD9-81ED-4DB2-BD59-A6C34878D82A}">
                    <a16:rowId xmlns:a16="http://schemas.microsoft.com/office/drawing/2014/main" val="1129017647"/>
                  </a:ext>
                </a:extLst>
              </a:tr>
              <a:tr h="3962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IN" sz="1100" b="0" i="0">
                          <a:solidFill>
                            <a:schemeClr val="accent4">
                              <a:lumMod val="50000"/>
                            </a:schemeClr>
                          </a:solidFill>
                          <a:effectLst/>
                          <a:latin typeface="roboto" panose="02000000000000000000" pitchFamily="2" charset="0"/>
                        </a:rPr>
                        <a:t>html</a:t>
                      </a: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Outputs HTML - Removes markup that may contain XSS risks</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1798245421"/>
                  </a:ext>
                </a:extLst>
              </a:tr>
              <a:tr h="388620">
                <a:tc>
                  <a:txBody>
                    <a:bodyPr/>
                    <a:lstStyle/>
                    <a:p>
                      <a:pPr algn="l"/>
                      <a:r>
                        <a:rPr lang="en-IN" sz="1100" b="0" i="0">
                          <a:solidFill>
                            <a:schemeClr val="accent4">
                              <a:lumMod val="50000"/>
                            </a:schemeClr>
                          </a:solidFill>
                          <a:effectLst/>
                          <a:latin typeface="roboto" panose="02000000000000000000" pitchFamily="2" charset="0"/>
                        </a:rPr>
                        <a:t>text</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For simple HTML content - Encodes all HTML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200434077"/>
                  </a:ext>
                </a:extLst>
              </a:tr>
              <a:tr h="487680">
                <a:tc>
                  <a:txBody>
                    <a:bodyPr/>
                    <a:lstStyle/>
                    <a:p>
                      <a:pPr algn="l"/>
                      <a:r>
                        <a:rPr lang="en-IN" sz="1100" b="0" i="0" err="1">
                          <a:solidFill>
                            <a:schemeClr val="accent4">
                              <a:lumMod val="50000"/>
                            </a:schemeClr>
                          </a:solidFill>
                          <a:effectLst/>
                          <a:latin typeface="roboto" panose="02000000000000000000" pitchFamily="2" charset="0"/>
                        </a:rPr>
                        <a:t>elementName</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Allows only element names that are white-listed, else outputs 'div'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2141832583"/>
                  </a:ext>
                </a:extLst>
              </a:tr>
              <a:tr h="365760">
                <a:tc>
                  <a:txBody>
                    <a:bodyPr/>
                    <a:lstStyle/>
                    <a:p>
                      <a:pPr algn="l"/>
                      <a:r>
                        <a:rPr lang="en-IN" sz="1100" b="0" i="0" err="1">
                          <a:solidFill>
                            <a:schemeClr val="accent4">
                              <a:lumMod val="50000"/>
                            </a:schemeClr>
                          </a:solidFill>
                          <a:effectLst/>
                          <a:latin typeface="roboto" panose="02000000000000000000" pitchFamily="2" charset="0"/>
                        </a:rPr>
                        <a:t>uri</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To get valid </a:t>
                      </a:r>
                      <a:r>
                        <a:rPr lang="en-IN" sz="1100" b="0" i="0" err="1">
                          <a:solidFill>
                            <a:schemeClr val="accent4">
                              <a:lumMod val="50000"/>
                            </a:schemeClr>
                          </a:solidFill>
                          <a:effectLst/>
                          <a:latin typeface="roboto" panose="02000000000000000000" pitchFamily="2" charset="0"/>
                        </a:rPr>
                        <a:t>href</a:t>
                      </a:r>
                      <a:r>
                        <a:rPr lang="en-IN" sz="1100" b="0" i="0">
                          <a:solidFill>
                            <a:schemeClr val="accent4">
                              <a:lumMod val="50000"/>
                            </a:schemeClr>
                          </a:solidFill>
                          <a:effectLst/>
                          <a:latin typeface="roboto" panose="02000000000000000000" pitchFamily="2" charset="0"/>
                        </a:rPr>
                        <a:t> link or path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3932187816"/>
                  </a:ext>
                </a:extLst>
              </a:tr>
              <a:tr h="373380">
                <a:tc>
                  <a:txBody>
                    <a:bodyPr/>
                    <a:lstStyle/>
                    <a:p>
                      <a:pPr algn="l"/>
                      <a:r>
                        <a:rPr lang="en-IN" sz="1100" b="0" i="0" err="1">
                          <a:solidFill>
                            <a:schemeClr val="accent4">
                              <a:lumMod val="50000"/>
                            </a:schemeClr>
                          </a:solidFill>
                          <a:effectLst/>
                          <a:latin typeface="roboto" panose="02000000000000000000" pitchFamily="2" charset="0"/>
                        </a:rPr>
                        <a:t>scriptString</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Applies JavaScript string escaping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567787970"/>
                  </a:ext>
                </a:extLst>
              </a:tr>
              <a:tr h="381000">
                <a:tc>
                  <a:txBody>
                    <a:bodyPr/>
                    <a:lstStyle/>
                    <a:p>
                      <a:pPr algn="l"/>
                      <a:r>
                        <a:rPr lang="en-IN" sz="1100" b="0" i="0" err="1">
                          <a:solidFill>
                            <a:schemeClr val="accent4">
                              <a:lumMod val="50000"/>
                            </a:schemeClr>
                          </a:solidFill>
                          <a:effectLst/>
                          <a:latin typeface="roboto" panose="02000000000000000000" pitchFamily="2" charset="0"/>
                        </a:rPr>
                        <a:t>scriptComment</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For JavaScript block comments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3037345891"/>
                  </a:ext>
                </a:extLst>
              </a:tr>
              <a:tr h="426720">
                <a:tc>
                  <a:txBody>
                    <a:bodyPr/>
                    <a:lstStyle/>
                    <a:p>
                      <a:pPr algn="l"/>
                      <a:r>
                        <a:rPr lang="en-IN" sz="1100" b="0" i="0" err="1">
                          <a:solidFill>
                            <a:schemeClr val="accent4">
                              <a:lumMod val="50000"/>
                            </a:schemeClr>
                          </a:solidFill>
                          <a:effectLst/>
                          <a:latin typeface="roboto" panose="02000000000000000000" pitchFamily="2" charset="0"/>
                        </a:rPr>
                        <a:t>scriptRegExp</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To apply JavaScript regular expression escaping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1966196347"/>
                  </a:ext>
                </a:extLst>
              </a:tr>
              <a:tr h="358140">
                <a:tc>
                  <a:txBody>
                    <a:bodyPr/>
                    <a:lstStyle/>
                    <a:p>
                      <a:pPr algn="l"/>
                      <a:r>
                        <a:rPr lang="en-IN" sz="1100" b="0" i="0" err="1">
                          <a:solidFill>
                            <a:schemeClr val="accent4">
                              <a:lumMod val="50000"/>
                            </a:schemeClr>
                          </a:solidFill>
                          <a:effectLst/>
                          <a:latin typeface="roboto" panose="02000000000000000000" pitchFamily="2" charset="0"/>
                        </a:rPr>
                        <a:t>styleString</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To apply CSS string escaping</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2661284527"/>
                  </a:ext>
                </a:extLst>
              </a:tr>
              <a:tr h="3962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IN" sz="1100" b="0" i="0">
                          <a:solidFill>
                            <a:schemeClr val="accent4">
                              <a:lumMod val="50000"/>
                            </a:schemeClr>
                          </a:solidFill>
                          <a:effectLst/>
                          <a:latin typeface="roboto" panose="02000000000000000000" pitchFamily="2" charset="0"/>
                        </a:rPr>
                        <a:t>unsafe</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IN" sz="1100" b="0" i="0">
                          <a:solidFill>
                            <a:schemeClr val="accent4">
                              <a:lumMod val="50000"/>
                            </a:schemeClr>
                          </a:solidFill>
                          <a:effectLst/>
                          <a:latin typeface="roboto" panose="02000000000000000000" pitchFamily="2" charset="0"/>
                        </a:rPr>
                        <a:t>Disables XSS protection completely, use this at your own risk.</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1084279486"/>
                  </a:ext>
                </a:extLst>
              </a:tr>
              <a:tr h="365760">
                <a:tc>
                  <a:txBody>
                    <a:bodyPr/>
                    <a:lstStyle/>
                    <a:p>
                      <a:pPr algn="l"/>
                      <a:r>
                        <a:rPr lang="en-IN" sz="1100" b="0" i="0">
                          <a:solidFill>
                            <a:schemeClr val="accent4">
                              <a:lumMod val="50000"/>
                            </a:schemeClr>
                          </a:solidFill>
                          <a:effectLst/>
                          <a:latin typeface="roboto" panose="02000000000000000000" pitchFamily="2" charset="0"/>
                        </a:rPr>
                        <a:t>comment</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To apply HTML comment escaping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3673745096"/>
                  </a:ext>
                </a:extLst>
              </a:tr>
              <a:tr h="365760">
                <a:tc>
                  <a:txBody>
                    <a:bodyPr/>
                    <a:lstStyle/>
                    <a:p>
                      <a:pPr algn="l"/>
                      <a:r>
                        <a:rPr lang="en-IN" sz="1100" b="0" i="0">
                          <a:solidFill>
                            <a:schemeClr val="accent4">
                              <a:lumMod val="50000"/>
                            </a:schemeClr>
                          </a:solidFill>
                          <a:effectLst/>
                          <a:latin typeface="roboto" panose="02000000000000000000" pitchFamily="2" charset="0"/>
                        </a:rPr>
                        <a:t>number</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algn="l"/>
                      <a:r>
                        <a:rPr lang="en-IN" sz="1100" b="0" i="0">
                          <a:solidFill>
                            <a:schemeClr val="accent4">
                              <a:lumMod val="50000"/>
                            </a:schemeClr>
                          </a:solidFill>
                          <a:effectLst/>
                          <a:latin typeface="roboto" panose="02000000000000000000" pitchFamily="2" charset="0"/>
                        </a:rPr>
                        <a:t>Outputs zero if the value is not a number </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1359306702"/>
                  </a:ext>
                </a:extLst>
              </a:tr>
              <a:tr h="312420">
                <a:tc>
                  <a:txBody>
                    <a:bodyPr/>
                    <a:lstStyle/>
                    <a:p>
                      <a:pPr algn="l"/>
                      <a:r>
                        <a:rPr lang="en-IN" sz="1100" b="0" i="0" err="1">
                          <a:solidFill>
                            <a:schemeClr val="accent4">
                              <a:lumMod val="50000"/>
                            </a:schemeClr>
                          </a:solidFill>
                          <a:effectLst/>
                          <a:latin typeface="roboto" panose="02000000000000000000" pitchFamily="2" charset="0"/>
                        </a:rPr>
                        <a:t>styleComment</a:t>
                      </a:r>
                      <a:endParaRPr lang="en-IN" sz="1100">
                        <a:solidFill>
                          <a:schemeClr val="accent4">
                            <a:lumMod val="50000"/>
                          </a:schemeClr>
                        </a:solidFill>
                      </a:endParaRPr>
                    </a:p>
                  </a:txBody>
                  <a:tcPr anchor="ctr">
                    <a:solidFill>
                      <a:schemeClr val="accent2">
                        <a:lumMod val="75000"/>
                        <a:alpha val="2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IN" sz="1100" b="0" i="0">
                          <a:solidFill>
                            <a:schemeClr val="accent4">
                              <a:lumMod val="50000"/>
                            </a:schemeClr>
                          </a:solidFill>
                          <a:effectLst/>
                          <a:latin typeface="roboto" panose="02000000000000000000" pitchFamily="2" charset="0"/>
                        </a:rPr>
                        <a:t>For CSS comments</a:t>
                      </a:r>
                      <a:endParaRPr lang="en-IN" sz="1100">
                        <a:solidFill>
                          <a:schemeClr val="accent4">
                            <a:lumMod val="50000"/>
                          </a:schemeClr>
                        </a:solidFill>
                      </a:endParaRPr>
                    </a:p>
                  </a:txBody>
                  <a:tcPr anchor="ctr">
                    <a:solidFill>
                      <a:schemeClr val="accent2">
                        <a:lumMod val="75000"/>
                        <a:alpha val="20000"/>
                      </a:schemeClr>
                    </a:solidFill>
                  </a:tcPr>
                </a:tc>
                <a:extLst>
                  <a:ext uri="{0D108BD9-81ED-4DB2-BD59-A6C34878D82A}">
                    <a16:rowId xmlns:a16="http://schemas.microsoft.com/office/drawing/2014/main" val="1731924647"/>
                  </a:ext>
                </a:extLst>
              </a:tr>
            </a:tbl>
          </a:graphicData>
        </a:graphic>
      </p:graphicFrame>
    </p:spTree>
    <p:extLst>
      <p:ext uri="{BB962C8B-B14F-4D97-AF65-F5344CB8AC3E}">
        <p14:creationId xmlns:p14="http://schemas.microsoft.com/office/powerpoint/2010/main" val="1503403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50D61-402E-497D-892A-557E701BEA55}"/>
              </a:ext>
            </a:extLst>
          </p:cNvPr>
          <p:cNvSpPr>
            <a:spLocks noGrp="1"/>
          </p:cNvSpPr>
          <p:nvPr>
            <p:ph type="title"/>
          </p:nvPr>
        </p:nvSpPr>
        <p:spPr>
          <a:xfrm>
            <a:off x="620268" y="448092"/>
            <a:ext cx="8378952" cy="457200"/>
          </a:xfrm>
        </p:spPr>
        <p:txBody>
          <a:bodyPr/>
          <a:lstStyle/>
          <a:p>
            <a:pPr defTabSz="457200"/>
            <a:r>
              <a:rPr lang="en-IN" sz="1200" i="1">
                <a:solidFill>
                  <a:schemeClr val="accent3">
                    <a:lumMod val="50000"/>
                  </a:schemeClr>
                </a:solidFill>
                <a:latin typeface="roboto" panose="02000000000000000000" pitchFamily="2" charset="0"/>
                <a:ea typeface="+mn-ea"/>
                <a:cs typeface="+mn-cs"/>
              </a:rPr>
              <a:t>String Format Option</a:t>
            </a:r>
          </a:p>
        </p:txBody>
      </p:sp>
      <p:sp>
        <p:nvSpPr>
          <p:cNvPr id="4" name="TextBox 3">
            <a:extLst>
              <a:ext uri="{FF2B5EF4-FFF2-40B4-BE49-F238E27FC236}">
                <a16:creationId xmlns:a16="http://schemas.microsoft.com/office/drawing/2014/main" id="{2C1B313E-3ABC-4173-A351-BD4AE46B0E50}"/>
              </a:ext>
            </a:extLst>
          </p:cNvPr>
          <p:cNvSpPr txBox="1"/>
          <p:nvPr/>
        </p:nvSpPr>
        <p:spPr>
          <a:xfrm>
            <a:off x="533400" y="678924"/>
            <a:ext cx="7772400" cy="3785652"/>
          </a:xfrm>
          <a:prstGeom prst="rect">
            <a:avLst/>
          </a:prstGeom>
          <a:noFill/>
        </p:spPr>
        <p:txBody>
          <a:bodyPr wrap="square">
            <a:spAutoFit/>
          </a:bodyPr>
          <a:lstStyle/>
          <a:p>
            <a:r>
              <a:rPr lang="en-IN" sz="1200"/>
              <a:t>Numbered parameters can be used for injecting variables:</a:t>
            </a:r>
          </a:p>
          <a:p>
            <a:pPr algn="ctr"/>
            <a:endParaRPr lang="en-IN" sz="1200" b="0" i="0">
              <a:solidFill>
                <a:schemeClr val="accent3">
                  <a:lumMod val="50000"/>
                </a:schemeClr>
              </a:solidFill>
              <a:effectLst/>
              <a:latin typeface="roboto" panose="02000000000000000000" pitchFamily="2" charset="0"/>
            </a:endParaRPr>
          </a:p>
          <a:p>
            <a:pPr algn="ctr"/>
            <a:r>
              <a:rPr lang="en-IN" sz="1200">
                <a:solidFill>
                  <a:srgbClr val="00B050"/>
                </a:solidFill>
              </a:rPr>
              <a:t>${'Assets {0}' @ format=properties.assetName} </a:t>
            </a:r>
          </a:p>
          <a:p>
            <a:pPr algn="ctr"/>
            <a:endParaRPr lang="en-IN" sz="1200">
              <a:solidFill>
                <a:srgbClr val="00B050"/>
              </a:solidFill>
            </a:endParaRPr>
          </a:p>
          <a:p>
            <a:pPr algn="ctr"/>
            <a:r>
              <a:rPr lang="en-IN" sz="1200">
                <a:solidFill>
                  <a:srgbClr val="0033A0"/>
                </a:solidFill>
              </a:rPr>
              <a:t>OR</a:t>
            </a:r>
          </a:p>
          <a:p>
            <a:pPr algn="ctr"/>
            <a:endParaRPr lang="en-IN" sz="1200">
              <a:solidFill>
                <a:srgbClr val="00B050"/>
              </a:solidFill>
            </a:endParaRPr>
          </a:p>
          <a:p>
            <a:pPr algn="ctr"/>
            <a:r>
              <a:rPr lang="en-IN" sz="1200">
                <a:solidFill>
                  <a:srgbClr val="00B050"/>
                </a:solidFill>
              </a:rPr>
              <a:t>${'Assets {0}' @ format=[properties.assetName]}</a:t>
            </a:r>
          </a:p>
          <a:p>
            <a:pPr algn="ctr"/>
            <a:endParaRPr lang="en-IN" sz="1200">
              <a:solidFill>
                <a:srgbClr val="00B050"/>
              </a:solidFill>
            </a:endParaRPr>
          </a:p>
          <a:p>
            <a:pPr algn="ctr"/>
            <a:r>
              <a:rPr lang="en-IN" sz="1200">
                <a:solidFill>
                  <a:srgbClr val="00B050"/>
                </a:solidFill>
              </a:rPr>
              <a:t>${'Page {0} of {1}' @ format=[current, total]}</a:t>
            </a:r>
          </a:p>
          <a:p>
            <a:endParaRPr lang="en-IN" sz="1200" b="1" i="1">
              <a:solidFill>
                <a:schemeClr val="accent3">
                  <a:lumMod val="50000"/>
                </a:schemeClr>
              </a:solidFill>
              <a:latin typeface="roboto" panose="02000000000000000000" pitchFamily="2" charset="0"/>
            </a:endParaRPr>
          </a:p>
          <a:p>
            <a:endParaRPr lang="en-IN" sz="1200" b="1" i="1">
              <a:solidFill>
                <a:schemeClr val="accent3">
                  <a:lumMod val="50000"/>
                </a:schemeClr>
              </a:solidFill>
              <a:effectLst/>
              <a:latin typeface="roboto" panose="02000000000000000000" pitchFamily="2" charset="0"/>
            </a:endParaRPr>
          </a:p>
          <a:p>
            <a:r>
              <a:rPr lang="en-IN" sz="1200" b="1" i="1">
                <a:solidFill>
                  <a:schemeClr val="accent3">
                    <a:lumMod val="50000"/>
                  </a:schemeClr>
                </a:solidFill>
                <a:effectLst/>
                <a:latin typeface="roboto" panose="02000000000000000000" pitchFamily="2" charset="0"/>
              </a:rPr>
              <a:t>Array Join Option </a:t>
            </a:r>
          </a:p>
          <a:p>
            <a:endParaRPr lang="en-IN" sz="1200">
              <a:solidFill>
                <a:schemeClr val="accent3">
                  <a:lumMod val="50000"/>
                </a:schemeClr>
              </a:solidFill>
              <a:latin typeface="roboto" panose="02000000000000000000" pitchFamily="2" charset="0"/>
            </a:endParaRPr>
          </a:p>
          <a:p>
            <a:r>
              <a:rPr lang="en-IN" sz="1200"/>
              <a:t>The join option allows to control the output of an array object by specifying the separator string. This can for e.g. be useful for setting class-name.</a:t>
            </a:r>
          </a:p>
          <a:p>
            <a:endParaRPr lang="en-IN" sz="1200"/>
          </a:p>
          <a:p>
            <a:endParaRPr lang="en-IN" sz="1200">
              <a:solidFill>
                <a:schemeClr val="accent3">
                  <a:lumMod val="50000"/>
                </a:schemeClr>
              </a:solidFill>
              <a:latin typeface="roboto" panose="02000000000000000000" pitchFamily="2" charset="0"/>
            </a:endParaRPr>
          </a:p>
          <a:p>
            <a:pPr algn="ctr"/>
            <a:r>
              <a:rPr lang="en-IN" sz="1200" b="0" i="0">
                <a:solidFill>
                  <a:srgbClr val="00B050"/>
                </a:solidFill>
                <a:effectLst/>
                <a:latin typeface="roboto" panose="02000000000000000000" pitchFamily="2" charset="0"/>
              </a:rPr>
              <a:t> </a:t>
            </a:r>
            <a:r>
              <a:rPr lang="en-IN" sz="1200">
                <a:solidFill>
                  <a:srgbClr val="00B050"/>
                </a:solidFill>
              </a:rPr>
              <a:t>${['one', '</a:t>
            </a:r>
            <a:r>
              <a:rPr lang="en-IN" sz="1200" err="1">
                <a:solidFill>
                  <a:srgbClr val="00B050"/>
                </a:solidFill>
              </a:rPr>
              <a:t>two'l</a:t>
            </a:r>
            <a:r>
              <a:rPr lang="en-IN" sz="1200">
                <a:solidFill>
                  <a:srgbClr val="00B050"/>
                </a:solidFill>
              </a:rPr>
              <a:t> @ join='; '}&lt;!--/* outputs: one; two */--&gt;</a:t>
            </a:r>
          </a:p>
          <a:p>
            <a:pPr algn="ctr"/>
            <a:endParaRPr lang="en-IN" sz="1200">
              <a:solidFill>
                <a:srgbClr val="00B050"/>
              </a:solidFill>
            </a:endParaRPr>
          </a:p>
          <a:p>
            <a:pPr algn="ctr"/>
            <a:r>
              <a:rPr lang="en-IN" sz="1200">
                <a:solidFill>
                  <a:srgbClr val="00B050"/>
                </a:solidFill>
              </a:rPr>
              <a:t> &lt;span class="${</a:t>
            </a:r>
            <a:r>
              <a:rPr lang="en-IN" sz="1200" err="1">
                <a:solidFill>
                  <a:srgbClr val="00B050"/>
                </a:solidFill>
              </a:rPr>
              <a:t>myListOfClassNames</a:t>
            </a:r>
            <a:r>
              <a:rPr lang="en-IN" sz="1200">
                <a:solidFill>
                  <a:srgbClr val="00B050"/>
                </a:solidFill>
              </a:rPr>
              <a:t> @join=''}"&gt;&lt;/span&gt;</a:t>
            </a:r>
          </a:p>
        </p:txBody>
      </p:sp>
    </p:spTree>
    <p:extLst>
      <p:ext uri="{BB962C8B-B14F-4D97-AF65-F5344CB8AC3E}">
        <p14:creationId xmlns:p14="http://schemas.microsoft.com/office/powerpoint/2010/main" val="3746953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8F25D-26AF-46D2-AFD6-E7F82BB40109}"/>
              </a:ext>
            </a:extLst>
          </p:cNvPr>
          <p:cNvSpPr>
            <a:spLocks noGrp="1"/>
          </p:cNvSpPr>
          <p:nvPr>
            <p:ph type="title"/>
          </p:nvPr>
        </p:nvSpPr>
        <p:spPr>
          <a:xfrm>
            <a:off x="382524" y="525780"/>
            <a:ext cx="8378952" cy="621030"/>
          </a:xfrm>
        </p:spPr>
        <p:txBody>
          <a:bodyPr/>
          <a:lstStyle/>
          <a:p>
            <a:r>
              <a:rPr lang="en-US" sz="1200" b="1" i="1">
                <a:solidFill>
                  <a:schemeClr val="accent3">
                    <a:lumMod val="50000"/>
                  </a:schemeClr>
                </a:solidFill>
                <a:latin typeface="roboto" panose="02000000000000000000" pitchFamily="2" charset="0"/>
              </a:rPr>
              <a:t>Internationalization  (@i18n) </a:t>
            </a:r>
            <a:endParaRPr lang="en-IN" sz="1200" i="1">
              <a:solidFill>
                <a:schemeClr val="accent3">
                  <a:lumMod val="50000"/>
                </a:schemeClr>
              </a:solidFill>
              <a:latin typeface="roboto" panose="02000000000000000000" pitchFamily="2" charset="0"/>
              <a:ea typeface="+mn-ea"/>
              <a:cs typeface="+mn-cs"/>
            </a:endParaRPr>
          </a:p>
        </p:txBody>
      </p:sp>
      <p:sp>
        <p:nvSpPr>
          <p:cNvPr id="4" name="TextBox 3">
            <a:extLst>
              <a:ext uri="{FF2B5EF4-FFF2-40B4-BE49-F238E27FC236}">
                <a16:creationId xmlns:a16="http://schemas.microsoft.com/office/drawing/2014/main" id="{3EECD573-A84B-48C9-8EB9-436D1437B80C}"/>
              </a:ext>
            </a:extLst>
          </p:cNvPr>
          <p:cNvSpPr txBox="1"/>
          <p:nvPr/>
        </p:nvSpPr>
        <p:spPr>
          <a:xfrm>
            <a:off x="1062990" y="1146810"/>
            <a:ext cx="7018020" cy="2492990"/>
          </a:xfrm>
          <a:prstGeom prst="rect">
            <a:avLst/>
          </a:prstGeom>
          <a:noFill/>
        </p:spPr>
        <p:txBody>
          <a:bodyPr wrap="square">
            <a:spAutoFit/>
          </a:bodyPr>
          <a:lstStyle/>
          <a:p>
            <a:r>
              <a:rPr lang="en-US" sz="1200"/>
              <a:t>To translate a string to the resource language:</a:t>
            </a:r>
          </a:p>
          <a:p>
            <a:endParaRPr lang="en-US" sz="1200"/>
          </a:p>
          <a:p>
            <a:pPr algn="ctr"/>
            <a:r>
              <a:rPr lang="en-US" sz="1200">
                <a:solidFill>
                  <a:srgbClr val="00B050"/>
                </a:solidFill>
              </a:rPr>
              <a:t>${'Assets' @ i18n} </a:t>
            </a:r>
          </a:p>
          <a:p>
            <a:endParaRPr lang="en-US" sz="1200"/>
          </a:p>
          <a:p>
            <a:endParaRPr lang="en-US" sz="1200"/>
          </a:p>
          <a:p>
            <a:r>
              <a:rPr lang="en-US" sz="1200"/>
              <a:t>Two more options can be used with i18n:</a:t>
            </a:r>
          </a:p>
          <a:p>
            <a:endParaRPr lang="en-US" sz="1200"/>
          </a:p>
          <a:p>
            <a:pPr marL="171450" indent="-171450">
              <a:buFont typeface="Wingdings" panose="05000000000000000000" pitchFamily="2" charset="2"/>
              <a:buChar char="Ø"/>
            </a:pPr>
            <a:r>
              <a:rPr lang="en-US" sz="1200"/>
              <a:t> locale : Overrides the language from the source. For e.g.: </a:t>
            </a:r>
            <a:r>
              <a:rPr lang="en-US" sz="1200" err="1"/>
              <a:t>en</a:t>
            </a:r>
            <a:r>
              <a:rPr lang="en-US" sz="1200"/>
              <a:t>-us or </a:t>
            </a:r>
            <a:r>
              <a:rPr lang="en-US" sz="1200" err="1"/>
              <a:t>fr-ch</a:t>
            </a:r>
            <a:r>
              <a:rPr lang="en-US" sz="1200"/>
              <a:t> </a:t>
            </a:r>
          </a:p>
          <a:p>
            <a:endParaRPr lang="en-US" sz="1200"/>
          </a:p>
          <a:p>
            <a:pPr marL="171450" indent="-171450">
              <a:buFont typeface="Wingdings" panose="05000000000000000000" pitchFamily="2" charset="2"/>
              <a:buChar char="Ø"/>
            </a:pPr>
            <a:r>
              <a:rPr lang="en-US" sz="1200"/>
              <a:t> hint : Allows to provide some information about the context for the translators. </a:t>
            </a:r>
          </a:p>
          <a:p>
            <a:endParaRPr lang="en-US" sz="1200"/>
          </a:p>
          <a:p>
            <a:pPr algn="ctr"/>
            <a:endParaRPr lang="en-US" sz="1200">
              <a:solidFill>
                <a:srgbClr val="00B050"/>
              </a:solidFill>
            </a:endParaRPr>
          </a:p>
          <a:p>
            <a:pPr algn="ctr"/>
            <a:r>
              <a:rPr lang="en-US" sz="1200">
                <a:solidFill>
                  <a:srgbClr val="00B050"/>
                </a:solidFill>
              </a:rPr>
              <a:t>${'Assets' @ i18n, locale=‘</a:t>
            </a:r>
            <a:r>
              <a:rPr lang="en-US" sz="1200" err="1">
                <a:solidFill>
                  <a:srgbClr val="00B050"/>
                </a:solidFill>
              </a:rPr>
              <a:t>en</a:t>
            </a:r>
            <a:r>
              <a:rPr lang="en-US" sz="1200">
                <a:solidFill>
                  <a:srgbClr val="00B050"/>
                </a:solidFill>
              </a:rPr>
              <a:t>-us), hint='Translation Hint'}</a:t>
            </a:r>
            <a:endParaRPr lang="en-IN" sz="1200">
              <a:solidFill>
                <a:srgbClr val="00B050"/>
              </a:solidFill>
            </a:endParaRPr>
          </a:p>
        </p:txBody>
      </p:sp>
    </p:spTree>
    <p:extLst>
      <p:ext uri="{BB962C8B-B14F-4D97-AF65-F5344CB8AC3E}">
        <p14:creationId xmlns:p14="http://schemas.microsoft.com/office/powerpoint/2010/main" val="1237431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6C30D-801E-4623-9583-C572D6B8A031}"/>
              </a:ext>
            </a:extLst>
          </p:cNvPr>
          <p:cNvSpPr>
            <a:spLocks noGrp="1"/>
          </p:cNvSpPr>
          <p:nvPr>
            <p:ph type="title"/>
          </p:nvPr>
        </p:nvSpPr>
        <p:spPr>
          <a:xfrm>
            <a:off x="477566" y="453737"/>
            <a:ext cx="8378952" cy="621030"/>
          </a:xfrm>
        </p:spPr>
        <p:txBody>
          <a:bodyPr/>
          <a:lstStyle/>
          <a:p>
            <a:pPr marL="0" marR="0" lvl="0" indent="0" defTabSz="457200" rtl="0" eaLnBrk="1" fontAlgn="auto" latinLnBrk="0" hangingPunct="1">
              <a:lnSpc>
                <a:spcPct val="100000"/>
              </a:lnSpc>
              <a:spcBef>
                <a:spcPts val="0"/>
              </a:spcBef>
              <a:spcAft>
                <a:spcPts val="0"/>
              </a:spcAft>
              <a:tabLst/>
              <a:defRPr/>
            </a:pPr>
            <a:r>
              <a:rPr kumimoji="0" lang="en-IN" sz="1200" b="1" i="1" u="none" strike="noStrike" kern="1200" cap="none" spc="0" normalizeH="0" baseline="0" noProof="0">
                <a:ln>
                  <a:noFill/>
                </a:ln>
                <a:solidFill>
                  <a:srgbClr val="2C67FF">
                    <a:lumMod val="50000"/>
                  </a:srgbClr>
                </a:solidFill>
                <a:effectLst/>
                <a:uLnTx/>
                <a:uFillTx/>
                <a:latin typeface="roboto" panose="02000000000000000000" pitchFamily="2" charset="0"/>
                <a:ea typeface="+mn-ea"/>
                <a:cs typeface="Arial" charset="0"/>
              </a:rPr>
              <a:t>URI Manipulation </a:t>
            </a:r>
            <a:br>
              <a:rPr kumimoji="0" lang="en-IN" sz="1200" b="1" i="1" u="none" strike="noStrike" kern="1200" cap="none" spc="0" normalizeH="0" baseline="0" noProof="0">
                <a:ln>
                  <a:noFill/>
                </a:ln>
                <a:solidFill>
                  <a:srgbClr val="2C67FF">
                    <a:lumMod val="50000"/>
                  </a:srgbClr>
                </a:solidFill>
                <a:effectLst/>
                <a:uLnTx/>
                <a:uFillTx/>
                <a:latin typeface="roboto" panose="02000000000000000000" pitchFamily="2" charset="0"/>
                <a:ea typeface="+mn-ea"/>
                <a:cs typeface="Arial" charset="0"/>
              </a:rPr>
            </a:br>
            <a:endParaRPr lang="en-IN"/>
          </a:p>
        </p:txBody>
      </p:sp>
      <p:sp>
        <p:nvSpPr>
          <p:cNvPr id="4" name="TextBox 3">
            <a:extLst>
              <a:ext uri="{FF2B5EF4-FFF2-40B4-BE49-F238E27FC236}">
                <a16:creationId xmlns:a16="http://schemas.microsoft.com/office/drawing/2014/main" id="{306D8916-B21D-4CEF-A077-4CAEB277DDE8}"/>
              </a:ext>
            </a:extLst>
          </p:cNvPr>
          <p:cNvSpPr txBox="1"/>
          <p:nvPr/>
        </p:nvSpPr>
        <p:spPr>
          <a:xfrm>
            <a:off x="1619250" y="940534"/>
            <a:ext cx="5905500" cy="3600986"/>
          </a:xfrm>
          <a:prstGeom prst="rect">
            <a:avLst/>
          </a:prstGeom>
          <a:noFill/>
        </p:spPr>
        <p:txBody>
          <a:bodyPr wrap="square">
            <a:spAutoFit/>
          </a:bodyPr>
          <a:lstStyle/>
          <a:p>
            <a:pPr marL="171450" indent="-171450">
              <a:buFont typeface="Wingdings" panose="05000000000000000000" pitchFamily="2" charset="2"/>
              <a:buChar char="Ø"/>
            </a:pPr>
            <a:r>
              <a:rPr lang="en-IN" sz="1200"/>
              <a:t>Scheme - Allows adding or removing the scheme part for a URI:</a:t>
            </a:r>
          </a:p>
          <a:p>
            <a:endParaRPr lang="en-IN" sz="1200"/>
          </a:p>
          <a:p>
            <a:endParaRPr lang="en-IN" sz="1200"/>
          </a:p>
          <a:p>
            <a:r>
              <a:rPr lang="en-IN" sz="1200">
                <a:solidFill>
                  <a:srgbClr val="C00000"/>
                </a:solidFill>
              </a:rPr>
              <a:t>${'example.com/path/page.html' @scheme='http’}</a:t>
            </a:r>
          </a:p>
          <a:p>
            <a:r>
              <a:rPr lang="en-IN" sz="1200">
                <a:solidFill>
                  <a:srgbClr val="00B050"/>
                </a:solidFill>
              </a:rPr>
              <a:t>outputs:  </a:t>
            </a:r>
            <a:r>
              <a:rPr lang="en-IN" sz="1200">
                <a:solidFill>
                  <a:srgbClr val="00B050"/>
                </a:solidFill>
                <a:hlinkClick r:id="rId2">
                  <a:extLst>
                    <a:ext uri="{A12FA001-AC4F-418D-AE19-62706E023703}">
                      <ahyp:hlinkClr xmlns:ahyp="http://schemas.microsoft.com/office/drawing/2018/hyperlinkcolor" val="tx"/>
                    </a:ext>
                  </a:extLst>
                </a:hlinkClick>
              </a:rPr>
              <a:t>http://example.com/path/page.html</a:t>
            </a:r>
            <a:endParaRPr lang="en-IN" sz="1200">
              <a:solidFill>
                <a:srgbClr val="00B050"/>
              </a:solidFill>
            </a:endParaRPr>
          </a:p>
          <a:p>
            <a:endParaRPr lang="en-IN" sz="1200"/>
          </a:p>
          <a:p>
            <a:r>
              <a:rPr lang="en-IN" sz="1200">
                <a:solidFill>
                  <a:srgbClr val="C00000"/>
                </a:solidFill>
              </a:rPr>
              <a:t>${'http://example.com/path/page.html' @ scheme='https’}</a:t>
            </a:r>
          </a:p>
          <a:p>
            <a:r>
              <a:rPr lang="en-IN" sz="1200">
                <a:solidFill>
                  <a:srgbClr val="00B050"/>
                </a:solidFill>
              </a:rPr>
              <a:t>outputs:  https://example.com/path/page.html </a:t>
            </a:r>
          </a:p>
          <a:p>
            <a:endParaRPr lang="en-IN" sz="1200"/>
          </a:p>
          <a:p>
            <a:endParaRPr lang="en-IN" sz="1200"/>
          </a:p>
          <a:p>
            <a:endParaRPr lang="en-IN" sz="1200"/>
          </a:p>
          <a:p>
            <a:pPr marL="171450" indent="-171450">
              <a:buFont typeface="Wingdings" panose="05000000000000000000" pitchFamily="2" charset="2"/>
              <a:buChar char="Ø"/>
            </a:pPr>
            <a:r>
              <a:rPr lang="en-IN" sz="1200"/>
              <a:t>Domain - Allows adding or replacing the host and port (domain) part for a URI:</a:t>
            </a:r>
          </a:p>
          <a:p>
            <a:endParaRPr lang="en-IN" sz="1200"/>
          </a:p>
          <a:p>
            <a:endParaRPr lang="en-IN" sz="1200"/>
          </a:p>
          <a:p>
            <a:r>
              <a:rPr lang="en-IN" sz="1200">
                <a:solidFill>
                  <a:srgbClr val="C00000"/>
                </a:solidFill>
              </a:rPr>
              <a:t>${‘///path/page.html’ @ domain='example.org’}</a:t>
            </a:r>
          </a:p>
          <a:p>
            <a:r>
              <a:rPr lang="en-IN" sz="1200">
                <a:solidFill>
                  <a:srgbClr val="00B050"/>
                </a:solidFill>
              </a:rPr>
              <a:t>outputs:  //example.org/path/page.html</a:t>
            </a:r>
          </a:p>
          <a:p>
            <a:endParaRPr lang="en-IN" sz="1200"/>
          </a:p>
          <a:p>
            <a:r>
              <a:rPr lang="en-IN" sz="1200">
                <a:solidFill>
                  <a:srgbClr val="C00000"/>
                </a:solidFill>
              </a:rPr>
              <a:t>$('http://www.example.com/path/page.html’ @ domain='www.example.org’}</a:t>
            </a:r>
          </a:p>
          <a:p>
            <a:r>
              <a:rPr lang="en-IN" sz="1200">
                <a:solidFill>
                  <a:srgbClr val="00B050"/>
                </a:solidFill>
              </a:rPr>
              <a:t>outputs:  http://www.example.org/path/page.html</a:t>
            </a:r>
          </a:p>
        </p:txBody>
      </p:sp>
    </p:spTree>
    <p:extLst>
      <p:ext uri="{BB962C8B-B14F-4D97-AF65-F5344CB8AC3E}">
        <p14:creationId xmlns:p14="http://schemas.microsoft.com/office/powerpoint/2010/main" val="503078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268E-80E5-48F7-9072-09BD47E15216}"/>
              </a:ext>
            </a:extLst>
          </p:cNvPr>
          <p:cNvSpPr>
            <a:spLocks noGrp="1"/>
          </p:cNvSpPr>
          <p:nvPr>
            <p:ph type="title"/>
          </p:nvPr>
        </p:nvSpPr>
        <p:spPr>
          <a:xfrm>
            <a:off x="458724" y="382385"/>
            <a:ext cx="8378952" cy="621030"/>
          </a:xfrm>
        </p:spPr>
        <p:txBody>
          <a:bodyPr/>
          <a:lstStyle/>
          <a:p>
            <a:r>
              <a:rPr kumimoji="0" lang="en-IN" sz="1200" b="1" i="1" u="none" strike="noStrike" kern="1200" cap="none" spc="0" normalizeH="0" baseline="0" noProof="0">
                <a:ln>
                  <a:noFill/>
                </a:ln>
                <a:solidFill>
                  <a:srgbClr val="2C67FF">
                    <a:lumMod val="50000"/>
                  </a:srgbClr>
                </a:solidFill>
                <a:effectLst/>
                <a:uLnTx/>
                <a:uFillTx/>
                <a:latin typeface="roboto" panose="02000000000000000000" pitchFamily="2" charset="0"/>
                <a:ea typeface="+mn-ea"/>
                <a:cs typeface="Arial" charset="0"/>
              </a:rPr>
              <a:t>URI Manipulation</a:t>
            </a:r>
            <a:endParaRPr lang="en-IN" sz="1200"/>
          </a:p>
        </p:txBody>
      </p:sp>
      <p:sp>
        <p:nvSpPr>
          <p:cNvPr id="4" name="TextBox 3">
            <a:extLst>
              <a:ext uri="{FF2B5EF4-FFF2-40B4-BE49-F238E27FC236}">
                <a16:creationId xmlns:a16="http://schemas.microsoft.com/office/drawing/2014/main" id="{3D215CA6-EF21-46AC-9642-ACB5868050D0}"/>
              </a:ext>
            </a:extLst>
          </p:cNvPr>
          <p:cNvSpPr txBox="1"/>
          <p:nvPr/>
        </p:nvSpPr>
        <p:spPr>
          <a:xfrm>
            <a:off x="458724" y="790797"/>
            <a:ext cx="7663503" cy="3970318"/>
          </a:xfrm>
          <a:prstGeom prst="rect">
            <a:avLst/>
          </a:prstGeom>
          <a:noFill/>
        </p:spPr>
        <p:txBody>
          <a:bodyPr wrap="square">
            <a:spAutoFit/>
          </a:bodyPr>
          <a:lstStyle/>
          <a:p>
            <a:pPr marL="171450" indent="-171450">
              <a:buFont typeface="Wingdings" panose="05000000000000000000" pitchFamily="2" charset="2"/>
              <a:buChar char="Ø"/>
            </a:pPr>
            <a:r>
              <a:rPr lang="en-IN" sz="1200"/>
              <a:t>Path / </a:t>
            </a:r>
            <a:r>
              <a:rPr lang="en-IN" sz="1200" err="1"/>
              <a:t>prependPath</a:t>
            </a:r>
            <a:r>
              <a:rPr lang="en-IN" sz="1200"/>
              <a:t> / </a:t>
            </a:r>
            <a:r>
              <a:rPr lang="en-IN" sz="1200" err="1"/>
              <a:t>appendPath</a:t>
            </a:r>
            <a:r>
              <a:rPr lang="en-IN" sz="1200"/>
              <a:t>  -  Modify the path that identifies a resource :</a:t>
            </a:r>
          </a:p>
          <a:p>
            <a:endParaRPr lang="en-IN" sz="1200"/>
          </a:p>
          <a:p>
            <a:endParaRPr lang="en-IN" sz="1200"/>
          </a:p>
          <a:p>
            <a:r>
              <a:rPr lang="en-IN" sz="1200"/>
              <a:t> </a:t>
            </a:r>
            <a:r>
              <a:rPr lang="en-IN" sz="1200">
                <a:solidFill>
                  <a:srgbClr val="C00000"/>
                </a:solidFill>
              </a:rPr>
              <a:t>${'http://example.com/this/one.selector.html/</a:t>
            </a:r>
            <a:r>
              <a:rPr lang="en-IN" sz="1200" err="1">
                <a:solidFill>
                  <a:srgbClr val="C00000"/>
                </a:solidFill>
              </a:rPr>
              <a:t>suffix?key</a:t>
            </a:r>
            <a:r>
              <a:rPr lang="en-IN" sz="1200">
                <a:solidFill>
                  <a:srgbClr val="C00000"/>
                </a:solidFill>
              </a:rPr>
              <a:t>=value’@ path='that/two’} </a:t>
            </a:r>
          </a:p>
          <a:p>
            <a:r>
              <a:rPr lang="en-IN" sz="1200">
                <a:solidFill>
                  <a:srgbClr val="00B050"/>
                </a:solidFill>
              </a:rPr>
              <a:t>outputs: </a:t>
            </a:r>
            <a:r>
              <a:rPr lang="en-IN" sz="1200">
                <a:solidFill>
                  <a:srgbClr val="00B050"/>
                </a:solidFill>
                <a:hlinkClick r:id="rId2">
                  <a:extLst>
                    <a:ext uri="{A12FA001-AC4F-418D-AE19-62706E023703}">
                      <ahyp:hlinkClr xmlns:ahyp="http://schemas.microsoft.com/office/drawing/2018/hyperlinkcolor" val="tx"/>
                    </a:ext>
                  </a:extLst>
                </a:hlinkClick>
              </a:rPr>
              <a:t>http://example.com/that/two.selector.html/suffix?key=value#</a:t>
            </a:r>
            <a:endParaRPr lang="en-IN" sz="1200">
              <a:solidFill>
                <a:srgbClr val="00B050"/>
              </a:solidFill>
            </a:endParaRPr>
          </a:p>
          <a:p>
            <a:endParaRPr lang="en-IN" sz="1200"/>
          </a:p>
          <a:p>
            <a:endParaRPr lang="en-IN" sz="1200">
              <a:solidFill>
                <a:srgbClr val="C00000"/>
              </a:solidFill>
            </a:endParaRPr>
          </a:p>
          <a:p>
            <a:r>
              <a:rPr lang="en-IN" sz="1200">
                <a:solidFill>
                  <a:srgbClr val="C00000"/>
                </a:solidFill>
              </a:rPr>
              <a:t> ${‘http://example.com/this/one.selector.html/</a:t>
            </a:r>
            <a:r>
              <a:rPr lang="en-IN" sz="1200" err="1">
                <a:solidFill>
                  <a:srgbClr val="C00000"/>
                </a:solidFill>
              </a:rPr>
              <a:t>suffix?key</a:t>
            </a:r>
            <a:r>
              <a:rPr lang="en-IN" sz="1200">
                <a:solidFill>
                  <a:srgbClr val="C00000"/>
                </a:solidFill>
              </a:rPr>
              <a:t>=value' @path=‘’}</a:t>
            </a:r>
          </a:p>
          <a:p>
            <a:r>
              <a:rPr lang="en-IN" sz="1200"/>
              <a:t> </a:t>
            </a:r>
            <a:r>
              <a:rPr lang="en-IN" sz="1200">
                <a:solidFill>
                  <a:srgbClr val="00B050"/>
                </a:solidFill>
              </a:rPr>
              <a:t>outputs: http://example.com/this/one.selector html/</a:t>
            </a:r>
            <a:r>
              <a:rPr lang="en-IN" sz="1200" err="1">
                <a:solidFill>
                  <a:srgbClr val="00B050"/>
                </a:solidFill>
              </a:rPr>
              <a:t>suffix?key</a:t>
            </a:r>
            <a:r>
              <a:rPr lang="en-IN" sz="1200">
                <a:solidFill>
                  <a:srgbClr val="00B050"/>
                </a:solidFill>
              </a:rPr>
              <a:t>=value</a:t>
            </a:r>
          </a:p>
          <a:p>
            <a:endParaRPr lang="en-IN" sz="1200"/>
          </a:p>
          <a:p>
            <a:endParaRPr lang="en-IN" sz="1200">
              <a:solidFill>
                <a:srgbClr val="C00000"/>
              </a:solidFill>
            </a:endParaRPr>
          </a:p>
          <a:p>
            <a:r>
              <a:rPr lang="en-IN" sz="1200">
                <a:solidFill>
                  <a:srgbClr val="C00000"/>
                </a:solidFill>
              </a:rPr>
              <a:t>${'path’ @ </a:t>
            </a:r>
            <a:r>
              <a:rPr lang="en-IN" sz="1200" err="1">
                <a:solidFill>
                  <a:srgbClr val="C00000"/>
                </a:solidFill>
              </a:rPr>
              <a:t>prependPath</a:t>
            </a:r>
            <a:r>
              <a:rPr lang="en-IN" sz="1200">
                <a:solidFill>
                  <a:srgbClr val="C00000"/>
                </a:solidFill>
              </a:rPr>
              <a:t>=‘...’} </a:t>
            </a:r>
          </a:p>
          <a:p>
            <a:r>
              <a:rPr lang="en-IN" sz="1200">
                <a:solidFill>
                  <a:srgbClr val="00B050"/>
                </a:solidFill>
              </a:rPr>
              <a:t>outputs: ../path</a:t>
            </a:r>
          </a:p>
          <a:p>
            <a:endParaRPr lang="en-IN" sz="1200"/>
          </a:p>
          <a:p>
            <a:endParaRPr lang="en-IN" sz="1200">
              <a:solidFill>
                <a:srgbClr val="C00000"/>
              </a:solidFill>
            </a:endParaRPr>
          </a:p>
          <a:p>
            <a:r>
              <a:rPr lang="en-IN" sz="1200">
                <a:solidFill>
                  <a:srgbClr val="C00000"/>
                </a:solidFill>
              </a:rPr>
              <a:t>${‘http://example.com/path/page.html' @ </a:t>
            </a:r>
            <a:r>
              <a:rPr lang="en-IN" sz="1200" err="1">
                <a:solidFill>
                  <a:srgbClr val="C00000"/>
                </a:solidFill>
              </a:rPr>
              <a:t>prependPath</a:t>
            </a:r>
            <a:r>
              <a:rPr lang="en-IN" sz="1200">
                <a:solidFill>
                  <a:srgbClr val="C00000"/>
                </a:solidFill>
              </a:rPr>
              <a:t>='foo’)</a:t>
            </a:r>
          </a:p>
          <a:p>
            <a:r>
              <a:rPr lang="en-IN" sz="1200">
                <a:solidFill>
                  <a:srgbClr val="00B050"/>
                </a:solidFill>
              </a:rPr>
              <a:t>outputs: http://example.com/foo/path/page.html </a:t>
            </a:r>
          </a:p>
          <a:p>
            <a:endParaRPr lang="en-IN" sz="1200"/>
          </a:p>
          <a:p>
            <a:endParaRPr lang="en-IN" sz="1200">
              <a:solidFill>
                <a:srgbClr val="C00000"/>
              </a:solidFill>
            </a:endParaRPr>
          </a:p>
          <a:p>
            <a:r>
              <a:rPr lang="en-IN" sz="1200">
                <a:solidFill>
                  <a:srgbClr val="C00000"/>
                </a:solidFill>
              </a:rPr>
              <a:t>$('one' @ </a:t>
            </a:r>
            <a:r>
              <a:rPr lang="en-IN" sz="1200" err="1">
                <a:solidFill>
                  <a:srgbClr val="C00000"/>
                </a:solidFill>
              </a:rPr>
              <a:t>appendPath</a:t>
            </a:r>
            <a:r>
              <a:rPr lang="en-IN" sz="1200">
                <a:solidFill>
                  <a:srgbClr val="C00000"/>
                </a:solidFill>
              </a:rPr>
              <a:t>='two’}</a:t>
            </a:r>
          </a:p>
          <a:p>
            <a:r>
              <a:rPr lang="en-IN" sz="1200">
                <a:solidFill>
                  <a:srgbClr val="00B050"/>
                </a:solidFill>
              </a:rPr>
              <a:t>outputs: one/two</a:t>
            </a:r>
          </a:p>
        </p:txBody>
      </p:sp>
    </p:spTree>
    <p:extLst>
      <p:ext uri="{BB962C8B-B14F-4D97-AF65-F5344CB8AC3E}">
        <p14:creationId xmlns:p14="http://schemas.microsoft.com/office/powerpoint/2010/main" val="2203712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BA2D64-2003-44D6-B380-19A6337C27F5}"/>
              </a:ext>
            </a:extLst>
          </p:cNvPr>
          <p:cNvSpPr txBox="1"/>
          <p:nvPr/>
        </p:nvSpPr>
        <p:spPr>
          <a:xfrm>
            <a:off x="1110095" y="955923"/>
            <a:ext cx="7076210" cy="3231654"/>
          </a:xfrm>
          <a:prstGeom prst="rect">
            <a:avLst/>
          </a:prstGeom>
          <a:noFill/>
        </p:spPr>
        <p:txBody>
          <a:bodyPr wrap="square">
            <a:spAutoFit/>
          </a:bodyPr>
          <a:lstStyle/>
          <a:p>
            <a:r>
              <a:rPr lang="en-IN" sz="1200"/>
              <a:t>Selectors / add Selectors / </a:t>
            </a:r>
            <a:r>
              <a:rPr lang="en-IN" sz="1200" err="1"/>
              <a:t>removeSelectors</a:t>
            </a:r>
            <a:r>
              <a:rPr lang="en-IN" sz="1200"/>
              <a:t> - Modifies or removes the selectors from a URI: </a:t>
            </a:r>
          </a:p>
          <a:p>
            <a:endParaRPr lang="en-IN" sz="1200"/>
          </a:p>
          <a:p>
            <a:endParaRPr lang="en-IN" sz="1200">
              <a:solidFill>
                <a:srgbClr val="FF0000"/>
              </a:solidFill>
            </a:endParaRPr>
          </a:p>
          <a:p>
            <a:r>
              <a:rPr lang="en-IN" sz="1200">
                <a:solidFill>
                  <a:srgbClr val="C00000"/>
                </a:solidFill>
              </a:rPr>
              <a:t>${"path/page.woo.foo.html' @ selectors='foo. bar’} </a:t>
            </a:r>
          </a:p>
          <a:p>
            <a:r>
              <a:rPr lang="en-IN" sz="1200">
                <a:solidFill>
                  <a:srgbClr val="00B050"/>
                </a:solidFill>
              </a:rPr>
              <a:t>outputs: path/page.foo.bar.html </a:t>
            </a:r>
          </a:p>
          <a:p>
            <a:endParaRPr lang="en-IN" sz="1200"/>
          </a:p>
          <a:p>
            <a:endParaRPr lang="en-IN" sz="1200">
              <a:solidFill>
                <a:srgbClr val="FF0000"/>
              </a:solidFill>
            </a:endParaRPr>
          </a:p>
          <a:p>
            <a:r>
              <a:rPr lang="en-IN" sz="1200">
                <a:solidFill>
                  <a:srgbClr val="C00000"/>
                </a:solidFill>
              </a:rPr>
              <a:t>${"path/page.woo.foo.html' @ selectors=['foo', 'bar’}} </a:t>
            </a:r>
          </a:p>
          <a:p>
            <a:r>
              <a:rPr lang="en-IN" sz="1200">
                <a:solidFill>
                  <a:srgbClr val="00B050"/>
                </a:solidFill>
              </a:rPr>
              <a:t>outputs: path/page.foo.bar.html </a:t>
            </a:r>
          </a:p>
          <a:p>
            <a:endParaRPr lang="en-IN" sz="1200"/>
          </a:p>
          <a:p>
            <a:endParaRPr lang="en-IN" sz="1200">
              <a:solidFill>
                <a:srgbClr val="FF0000"/>
              </a:solidFill>
            </a:endParaRPr>
          </a:p>
          <a:p>
            <a:r>
              <a:rPr lang="en-IN" sz="1200">
                <a:solidFill>
                  <a:srgbClr val="C00000"/>
                </a:solidFill>
              </a:rPr>
              <a:t>$('path/page.woo.foo.html' @ </a:t>
            </a:r>
            <a:r>
              <a:rPr lang="en-IN" sz="1200" err="1">
                <a:solidFill>
                  <a:srgbClr val="C00000"/>
                </a:solidFill>
              </a:rPr>
              <a:t>addSelectors</a:t>
            </a:r>
            <a:r>
              <a:rPr lang="en-IN" sz="1200">
                <a:solidFill>
                  <a:srgbClr val="C00000"/>
                </a:solidFill>
              </a:rPr>
              <a:t>='</a:t>
            </a:r>
            <a:r>
              <a:rPr lang="en-IN" sz="1200" err="1">
                <a:solidFill>
                  <a:srgbClr val="C00000"/>
                </a:solidFill>
              </a:rPr>
              <a:t>foo.bar</a:t>
            </a:r>
            <a:r>
              <a:rPr lang="en-IN" sz="1200">
                <a:solidFill>
                  <a:srgbClr val="C00000"/>
                </a:solidFill>
              </a:rPr>
              <a:t>’) </a:t>
            </a:r>
          </a:p>
          <a:p>
            <a:r>
              <a:rPr lang="en-IN" sz="1200">
                <a:solidFill>
                  <a:srgbClr val="00B050"/>
                </a:solidFill>
              </a:rPr>
              <a:t>outputs: path/page.woo.foo.bar.html </a:t>
            </a:r>
          </a:p>
          <a:p>
            <a:endParaRPr lang="en-IN" sz="1200"/>
          </a:p>
          <a:p>
            <a:endParaRPr lang="en-IN" sz="1200">
              <a:solidFill>
                <a:srgbClr val="C00000"/>
              </a:solidFill>
            </a:endParaRPr>
          </a:p>
          <a:p>
            <a:r>
              <a:rPr lang="en-IN" sz="1200">
                <a:solidFill>
                  <a:srgbClr val="C00000"/>
                </a:solidFill>
              </a:rPr>
              <a:t>${'path/page.woo.foo.html' @remove Selectors=['foo', 'bar’]) </a:t>
            </a:r>
          </a:p>
          <a:p>
            <a:r>
              <a:rPr lang="en-IN" sz="1200">
                <a:solidFill>
                  <a:srgbClr val="00B050"/>
                </a:solidFill>
              </a:rPr>
              <a:t>outputs: path/page.woo.html</a:t>
            </a:r>
          </a:p>
        </p:txBody>
      </p:sp>
      <p:sp>
        <p:nvSpPr>
          <p:cNvPr id="5" name="Title 1">
            <a:extLst>
              <a:ext uri="{FF2B5EF4-FFF2-40B4-BE49-F238E27FC236}">
                <a16:creationId xmlns:a16="http://schemas.microsoft.com/office/drawing/2014/main" id="{123E4FBC-A25B-4252-9591-F25F14691343}"/>
              </a:ext>
            </a:extLst>
          </p:cNvPr>
          <p:cNvSpPr txBox="1">
            <a:spLocks/>
          </p:cNvSpPr>
          <p:nvPr/>
        </p:nvSpPr>
        <p:spPr>
          <a:xfrm>
            <a:off x="458724" y="382385"/>
            <a:ext cx="8378952" cy="621030"/>
          </a:xfrm>
          <a:prstGeom prst="rect">
            <a:avLst/>
          </a:prstGeom>
        </p:spPr>
        <p:txBody>
          <a:bodyPr vert="horz" lIns="0" tIns="0" rIns="0" bIns="0" rtlCol="0" anchor="t" anchorCtr="0">
            <a:noAutofit/>
          </a:bodyPr>
          <a:lstStyle>
            <a:lvl1pPr algn="l" defTabSz="914378" rtl="0" eaLnBrk="1" latinLnBrk="0" hangingPunct="1">
              <a:lnSpc>
                <a:spcPct val="90000"/>
              </a:lnSpc>
              <a:spcBef>
                <a:spcPct val="0"/>
              </a:spcBef>
              <a:buNone/>
              <a:defRPr sz="2400" b="1" kern="1200">
                <a:solidFill>
                  <a:schemeClr val="tx1"/>
                </a:solidFill>
                <a:latin typeface="Arial" charset="0"/>
                <a:ea typeface="Arial" charset="0"/>
                <a:cs typeface="Arial" charset="0"/>
              </a:defRPr>
            </a:lvl1pPr>
          </a:lstStyle>
          <a:p>
            <a:r>
              <a:rPr lang="en-IN" sz="1200" i="1">
                <a:solidFill>
                  <a:srgbClr val="2C67FF">
                    <a:lumMod val="50000"/>
                  </a:srgbClr>
                </a:solidFill>
                <a:latin typeface="roboto" panose="02000000000000000000" pitchFamily="2" charset="0"/>
                <a:ea typeface="+mn-ea"/>
              </a:rPr>
              <a:t>URI Manipulation</a:t>
            </a:r>
            <a:endParaRPr lang="en-IN" sz="1200"/>
          </a:p>
        </p:txBody>
      </p:sp>
    </p:spTree>
    <p:extLst>
      <p:ext uri="{BB962C8B-B14F-4D97-AF65-F5344CB8AC3E}">
        <p14:creationId xmlns:p14="http://schemas.microsoft.com/office/powerpoint/2010/main" val="219145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1BFD5C-F286-4425-83F3-2C588B9DA6CF}"/>
              </a:ext>
            </a:extLst>
          </p:cNvPr>
          <p:cNvSpPr txBox="1"/>
          <p:nvPr/>
        </p:nvSpPr>
        <p:spPr>
          <a:xfrm>
            <a:off x="706581" y="771257"/>
            <a:ext cx="7730837" cy="3600986"/>
          </a:xfrm>
          <a:prstGeom prst="rect">
            <a:avLst/>
          </a:prstGeom>
          <a:noFill/>
        </p:spPr>
        <p:txBody>
          <a:bodyPr wrap="square">
            <a:spAutoFit/>
          </a:bodyPr>
          <a:lstStyle/>
          <a:p>
            <a:pPr marL="171450" indent="-171450">
              <a:buFont typeface="Wingdings" panose="05000000000000000000" pitchFamily="2" charset="2"/>
              <a:buChar char="Ø"/>
            </a:pPr>
            <a:r>
              <a:rPr lang="en-IN" sz="1200"/>
              <a:t>Extension - adds, modifies or removes the extension from a URI:</a:t>
            </a:r>
          </a:p>
          <a:p>
            <a:endParaRPr lang="en-IN" sz="1200">
              <a:solidFill>
                <a:srgbClr val="C00000"/>
              </a:solidFill>
            </a:endParaRPr>
          </a:p>
          <a:p>
            <a:r>
              <a:rPr lang="en-IN" sz="1200">
                <a:solidFill>
                  <a:srgbClr val="C00000"/>
                </a:solidFill>
              </a:rPr>
              <a:t> 	S{'path/</a:t>
            </a:r>
            <a:r>
              <a:rPr lang="en-IN" sz="1200" err="1">
                <a:solidFill>
                  <a:srgbClr val="C00000"/>
                </a:solidFill>
              </a:rPr>
              <a:t>page.json?key</a:t>
            </a:r>
            <a:r>
              <a:rPr lang="en-IN" sz="1200">
                <a:solidFill>
                  <a:srgbClr val="C00000"/>
                </a:solidFill>
              </a:rPr>
              <a:t>=value' @ extension='html"} </a:t>
            </a:r>
          </a:p>
          <a:p>
            <a:r>
              <a:rPr lang="en-IN" sz="1200">
                <a:solidFill>
                  <a:srgbClr val="00B050"/>
                </a:solidFill>
              </a:rPr>
              <a:t>	outputs: path/</a:t>
            </a:r>
            <a:r>
              <a:rPr lang="en-IN" sz="1200" err="1">
                <a:solidFill>
                  <a:srgbClr val="00B050"/>
                </a:solidFill>
              </a:rPr>
              <a:t>page.html?key</a:t>
            </a:r>
            <a:r>
              <a:rPr lang="en-IN" sz="1200">
                <a:solidFill>
                  <a:srgbClr val="00B050"/>
                </a:solidFill>
              </a:rPr>
              <a:t>=value</a:t>
            </a:r>
          </a:p>
          <a:p>
            <a:endParaRPr lang="en-IN" sz="1200">
              <a:solidFill>
                <a:srgbClr val="C00000"/>
              </a:solidFill>
            </a:endParaRPr>
          </a:p>
          <a:p>
            <a:r>
              <a:rPr lang="en-IN" sz="1200">
                <a:solidFill>
                  <a:srgbClr val="C00000"/>
                </a:solidFill>
              </a:rPr>
              <a:t> 	${'path/</a:t>
            </a:r>
            <a:r>
              <a:rPr lang="en-IN" sz="1200" err="1">
                <a:solidFill>
                  <a:srgbClr val="C00000"/>
                </a:solidFill>
              </a:rPr>
              <a:t>page.json#fragment</a:t>
            </a:r>
            <a:r>
              <a:rPr lang="en-IN" sz="1200">
                <a:solidFill>
                  <a:srgbClr val="C00000"/>
                </a:solidFill>
              </a:rPr>
              <a:t>' @ extension='html’} </a:t>
            </a:r>
          </a:p>
          <a:p>
            <a:r>
              <a:rPr lang="en-IN" sz="1200">
                <a:solidFill>
                  <a:srgbClr val="00B050"/>
                </a:solidFill>
              </a:rPr>
              <a:t>	outputs: path/</a:t>
            </a:r>
            <a:r>
              <a:rPr lang="en-IN" sz="1200" err="1">
                <a:solidFill>
                  <a:srgbClr val="00B050"/>
                </a:solidFill>
              </a:rPr>
              <a:t>page.html#fragment</a:t>
            </a:r>
            <a:r>
              <a:rPr lang="en-IN" sz="1200">
                <a:solidFill>
                  <a:srgbClr val="00B050"/>
                </a:solidFill>
              </a:rPr>
              <a:t> </a:t>
            </a:r>
          </a:p>
          <a:p>
            <a:endParaRPr lang="en-IN" sz="1200"/>
          </a:p>
          <a:p>
            <a:endParaRPr lang="en-IN" sz="1200"/>
          </a:p>
          <a:p>
            <a:pPr marL="171450" indent="-171450">
              <a:buFont typeface="Wingdings" panose="05000000000000000000" pitchFamily="2" charset="2"/>
              <a:buChar char="Ø"/>
            </a:pPr>
            <a:r>
              <a:rPr lang="en-IN" sz="1200"/>
              <a:t>Fragment - adds, modifies or replaces the fragment segment of a URI: </a:t>
            </a:r>
          </a:p>
          <a:p>
            <a:endParaRPr lang="en-IN" sz="1200"/>
          </a:p>
          <a:p>
            <a:r>
              <a:rPr lang="en-IN" sz="1200">
                <a:solidFill>
                  <a:srgbClr val="C00000"/>
                </a:solidFill>
              </a:rPr>
              <a:t>	${‘path/page’ @ fragment=‘fragment’} </a:t>
            </a:r>
          </a:p>
          <a:p>
            <a:r>
              <a:rPr lang="en-IN" sz="1200">
                <a:solidFill>
                  <a:srgbClr val="00B050"/>
                </a:solidFill>
              </a:rPr>
              <a:t>	outputs: path/</a:t>
            </a:r>
            <a:r>
              <a:rPr lang="en-IN" sz="1200" err="1">
                <a:solidFill>
                  <a:srgbClr val="00B050"/>
                </a:solidFill>
              </a:rPr>
              <a:t>page#fragment</a:t>
            </a:r>
            <a:r>
              <a:rPr lang="en-IN" sz="1200">
                <a:solidFill>
                  <a:srgbClr val="00B050"/>
                </a:solidFill>
              </a:rPr>
              <a:t> </a:t>
            </a:r>
          </a:p>
          <a:p>
            <a:endParaRPr lang="en-IN" sz="1200"/>
          </a:p>
          <a:p>
            <a:r>
              <a:rPr lang="en-IN" sz="1200">
                <a:solidFill>
                  <a:srgbClr val="C00000"/>
                </a:solidFill>
              </a:rPr>
              <a:t>	$('path/</a:t>
            </a:r>
            <a:r>
              <a:rPr lang="en-IN" sz="1200" err="1">
                <a:solidFill>
                  <a:srgbClr val="C00000"/>
                </a:solidFill>
              </a:rPr>
              <a:t>page#one</a:t>
            </a:r>
            <a:r>
              <a:rPr lang="en-IN" sz="1200">
                <a:solidFill>
                  <a:srgbClr val="C00000"/>
                </a:solidFill>
              </a:rPr>
              <a:t>’ @ fragment='two’}</a:t>
            </a:r>
          </a:p>
          <a:p>
            <a:r>
              <a:rPr lang="en-IN" sz="1200">
                <a:solidFill>
                  <a:srgbClr val="00B050"/>
                </a:solidFill>
              </a:rPr>
              <a:t>	outputs: path/</a:t>
            </a:r>
            <a:r>
              <a:rPr lang="en-IN" sz="1200" err="1">
                <a:solidFill>
                  <a:srgbClr val="00B050"/>
                </a:solidFill>
              </a:rPr>
              <a:t>page#two</a:t>
            </a:r>
            <a:r>
              <a:rPr lang="en-IN" sz="1200">
                <a:solidFill>
                  <a:srgbClr val="00B050"/>
                </a:solidFill>
              </a:rPr>
              <a:t> </a:t>
            </a:r>
          </a:p>
          <a:p>
            <a:endParaRPr lang="en-IN" sz="1200"/>
          </a:p>
          <a:p>
            <a:r>
              <a:rPr lang="en-IN" sz="1200">
                <a:solidFill>
                  <a:srgbClr val="C00000"/>
                </a:solidFill>
              </a:rPr>
              <a:t>	${'path/</a:t>
            </a:r>
            <a:r>
              <a:rPr lang="en-IN" sz="1200" err="1">
                <a:solidFill>
                  <a:srgbClr val="C00000"/>
                </a:solidFill>
              </a:rPr>
              <a:t>page#one</a:t>
            </a:r>
            <a:r>
              <a:rPr lang="en-IN" sz="1200">
                <a:solidFill>
                  <a:srgbClr val="C00000"/>
                </a:solidFill>
              </a:rPr>
              <a:t>’ @ fragment} </a:t>
            </a:r>
          </a:p>
          <a:p>
            <a:r>
              <a:rPr lang="en-IN" sz="1200">
                <a:solidFill>
                  <a:srgbClr val="00B050"/>
                </a:solidFill>
              </a:rPr>
              <a:t>	outputs: path/page</a:t>
            </a:r>
          </a:p>
        </p:txBody>
      </p:sp>
      <p:sp>
        <p:nvSpPr>
          <p:cNvPr id="5" name="Title 1">
            <a:extLst>
              <a:ext uri="{FF2B5EF4-FFF2-40B4-BE49-F238E27FC236}">
                <a16:creationId xmlns:a16="http://schemas.microsoft.com/office/drawing/2014/main" id="{125C4858-AD12-44AE-A0D6-875464B5FC3C}"/>
              </a:ext>
            </a:extLst>
          </p:cNvPr>
          <p:cNvSpPr txBox="1">
            <a:spLocks/>
          </p:cNvSpPr>
          <p:nvPr/>
        </p:nvSpPr>
        <p:spPr>
          <a:xfrm>
            <a:off x="458724" y="382385"/>
            <a:ext cx="8378952" cy="621030"/>
          </a:xfrm>
          <a:prstGeom prst="rect">
            <a:avLst/>
          </a:prstGeom>
        </p:spPr>
        <p:txBody>
          <a:bodyPr vert="horz" lIns="0" tIns="0" rIns="0" bIns="0" rtlCol="0" anchor="t" anchorCtr="0">
            <a:noAutofit/>
          </a:bodyPr>
          <a:lstStyle>
            <a:lvl1pPr algn="l" defTabSz="914378" rtl="0" eaLnBrk="1" latinLnBrk="0" hangingPunct="1">
              <a:lnSpc>
                <a:spcPct val="90000"/>
              </a:lnSpc>
              <a:spcBef>
                <a:spcPct val="0"/>
              </a:spcBef>
              <a:buNone/>
              <a:defRPr sz="2400" b="1" kern="1200">
                <a:solidFill>
                  <a:schemeClr val="tx1"/>
                </a:solidFill>
                <a:latin typeface="Arial" charset="0"/>
                <a:ea typeface="Arial" charset="0"/>
                <a:cs typeface="Arial" charset="0"/>
              </a:defRPr>
            </a:lvl1pPr>
          </a:lstStyle>
          <a:p>
            <a:r>
              <a:rPr lang="en-IN" sz="1200" i="1">
                <a:solidFill>
                  <a:srgbClr val="2C67FF">
                    <a:lumMod val="50000"/>
                  </a:srgbClr>
                </a:solidFill>
                <a:latin typeface="roboto" panose="02000000000000000000" pitchFamily="2" charset="0"/>
                <a:ea typeface="+mn-ea"/>
              </a:rPr>
              <a:t>Extension</a:t>
            </a:r>
            <a:endParaRPr lang="en-IN" sz="1200"/>
          </a:p>
        </p:txBody>
      </p:sp>
    </p:spTree>
    <p:extLst>
      <p:ext uri="{BB962C8B-B14F-4D97-AF65-F5344CB8AC3E}">
        <p14:creationId xmlns:p14="http://schemas.microsoft.com/office/powerpoint/2010/main" val="1634589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D2CE6-E8A6-496D-9534-1134585835F2}"/>
              </a:ext>
            </a:extLst>
          </p:cNvPr>
          <p:cNvSpPr>
            <a:spLocks noGrp="1"/>
          </p:cNvSpPr>
          <p:nvPr>
            <p:ph type="title"/>
          </p:nvPr>
        </p:nvSpPr>
        <p:spPr>
          <a:xfrm>
            <a:off x="384048" y="246610"/>
            <a:ext cx="8378952" cy="621030"/>
          </a:xfrm>
        </p:spPr>
        <p:txBody>
          <a:bodyPr/>
          <a:lstStyle/>
          <a:p>
            <a:r>
              <a:rPr lang="en-US"/>
              <a:t>HTL - Miscellaneous</a:t>
            </a:r>
            <a:endParaRPr lang="en-IN"/>
          </a:p>
        </p:txBody>
      </p:sp>
      <p:sp>
        <p:nvSpPr>
          <p:cNvPr id="3" name="TextBox 2">
            <a:extLst>
              <a:ext uri="{FF2B5EF4-FFF2-40B4-BE49-F238E27FC236}">
                <a16:creationId xmlns:a16="http://schemas.microsoft.com/office/drawing/2014/main" id="{3D799D4A-A393-4F98-8662-EAB7B366AAC9}"/>
              </a:ext>
            </a:extLst>
          </p:cNvPr>
          <p:cNvSpPr txBox="1"/>
          <p:nvPr/>
        </p:nvSpPr>
        <p:spPr>
          <a:xfrm>
            <a:off x="381000" y="749990"/>
            <a:ext cx="8702040" cy="4393510"/>
          </a:xfrm>
          <a:prstGeom prst="rect">
            <a:avLst/>
          </a:prstGeom>
        </p:spPr>
        <p:txBody>
          <a:bodyPr wrap="square" lIns="0" tIns="0" rIns="0" bIns="0" rtlCol="0">
            <a:spAutoFit/>
          </a:bodyPr>
          <a:lstStyle/>
          <a:p>
            <a:pPr algn="l"/>
            <a:endParaRPr lang="en-US" sz="1100"/>
          </a:p>
          <a:p>
            <a:pPr marL="171450" indent="-171450" algn="l">
              <a:buFont typeface="Wingdings" panose="05000000000000000000" pitchFamily="2" charset="2"/>
              <a:buChar char="Ø"/>
            </a:pPr>
            <a:r>
              <a:rPr lang="en-US" sz="1100"/>
              <a:t>Ternary Operation in HTL – ${expr1 ? consequence_1 : consequence_2}. </a:t>
            </a:r>
          </a:p>
          <a:p>
            <a:r>
              <a:rPr lang="en-US" sz="1100">
                <a:solidFill>
                  <a:srgbClr val="002060"/>
                </a:solidFill>
              </a:rPr>
              <a:t>&lt;div class=“</a:t>
            </a:r>
            <a:r>
              <a:rPr lang="en-US" sz="1100" err="1">
                <a:solidFill>
                  <a:srgbClr val="002060"/>
                </a:solidFill>
              </a:rPr>
              <a:t>cmp</a:t>
            </a:r>
            <a:r>
              <a:rPr lang="en-US" sz="1100">
                <a:solidFill>
                  <a:srgbClr val="002060"/>
                </a:solidFill>
              </a:rPr>
              <a:t>-# ${</a:t>
            </a:r>
            <a:r>
              <a:rPr lang="en-US" sz="1100" err="1">
                <a:solidFill>
                  <a:srgbClr val="002060"/>
                </a:solidFill>
              </a:rPr>
              <a:t>properties.checked</a:t>
            </a:r>
            <a:r>
              <a:rPr lang="en-US" sz="1100">
                <a:solidFill>
                  <a:srgbClr val="002060"/>
                </a:solidFill>
              </a:rPr>
              <a:t> ? class_1 : class_2}”&gt;  // Content goes here  &lt;/div&gt;</a:t>
            </a:r>
          </a:p>
          <a:p>
            <a:endParaRPr lang="en-US" sz="1100">
              <a:solidFill>
                <a:srgbClr val="002060"/>
              </a:solidFill>
            </a:endParaRPr>
          </a:p>
          <a:p>
            <a:pPr algn="l"/>
            <a:endParaRPr lang="en-US" sz="1050">
              <a:solidFill>
                <a:srgbClr val="002060"/>
              </a:solidFill>
            </a:endParaRPr>
          </a:p>
          <a:p>
            <a:pPr marL="171450" indent="-171450" algn="l">
              <a:buFont typeface="Wingdings" panose="05000000000000000000" pitchFamily="2" charset="2"/>
              <a:buChar char="Ø"/>
            </a:pPr>
            <a:r>
              <a:rPr lang="en-US" sz="1100"/>
              <a:t>Placeholder text</a:t>
            </a:r>
          </a:p>
          <a:p>
            <a:r>
              <a:rPr lang="en-US" sz="1050">
                <a:solidFill>
                  <a:srgbClr val="002060"/>
                </a:solidFill>
              </a:rPr>
              <a:t>&lt;sly data-sly-test="${</a:t>
            </a:r>
            <a:r>
              <a:rPr lang="en-US" sz="1050" err="1">
                <a:solidFill>
                  <a:srgbClr val="002060"/>
                </a:solidFill>
              </a:rPr>
              <a:t>wcmmode.edit</a:t>
            </a:r>
            <a:r>
              <a:rPr lang="en-US" sz="1050">
                <a:solidFill>
                  <a:srgbClr val="002060"/>
                </a:solidFill>
              </a:rPr>
              <a:t>}"&gt;${‘</a:t>
            </a:r>
            <a:r>
              <a:rPr lang="en-US" sz="1050" err="1">
                <a:solidFill>
                  <a:srgbClr val="002060"/>
                </a:solidFill>
              </a:rPr>
              <a:t>mycomp</a:t>
            </a:r>
            <a:r>
              <a:rPr lang="en-US" sz="1050">
                <a:solidFill>
                  <a:srgbClr val="002060"/>
                </a:solidFill>
              </a:rPr>
              <a:t>' @i18n}&lt;/sly&gt;	</a:t>
            </a:r>
            <a:r>
              <a:rPr lang="en-US" sz="1100">
                <a:solidFill>
                  <a:srgbClr val="002060"/>
                </a:solidFill>
              </a:rPr>
              <a:t>	</a:t>
            </a:r>
          </a:p>
          <a:p>
            <a:pPr algn="l"/>
            <a:endParaRPr lang="en-US" sz="1100"/>
          </a:p>
          <a:p>
            <a:pPr algn="l"/>
            <a:r>
              <a:rPr lang="en-US" sz="1100"/>
              <a:t>Checks if browser window is opened in Edit Mode for which it'll display a text “</a:t>
            </a:r>
            <a:r>
              <a:rPr lang="en-US" sz="1100" err="1"/>
              <a:t>mycomp</a:t>
            </a:r>
            <a:r>
              <a:rPr lang="en-US" sz="1100"/>
              <a:t>", which will disappear when mode is switched to preview.</a:t>
            </a:r>
            <a:endParaRPr lang="en-US" sz="1100">
              <a:solidFill>
                <a:srgbClr val="002060"/>
              </a:solidFill>
            </a:endParaRPr>
          </a:p>
          <a:p>
            <a:endParaRPr lang="en-US" sz="1100"/>
          </a:p>
          <a:p>
            <a:endParaRPr lang="en-US" sz="1100"/>
          </a:p>
          <a:p>
            <a:pPr marL="171450" indent="-171450">
              <a:buFont typeface="Wingdings" panose="05000000000000000000" pitchFamily="2" charset="2"/>
              <a:buChar char="Ø"/>
            </a:pPr>
            <a:r>
              <a:rPr lang="en-US" sz="1100"/>
              <a:t>It is recommended to avoid inline </a:t>
            </a:r>
            <a:r>
              <a:rPr lang="en-US" sz="1100" err="1"/>
              <a:t>js</a:t>
            </a:r>
            <a:r>
              <a:rPr lang="en-US" sz="1100"/>
              <a:t> by the use of data-attributes as much as possible. Sometimes inline-</a:t>
            </a:r>
            <a:r>
              <a:rPr lang="en-US" sz="1100" err="1"/>
              <a:t>css</a:t>
            </a:r>
            <a:r>
              <a:rPr lang="en-US" sz="1100"/>
              <a:t> can’t be avoided. For ex. Here below when we need to set an image as the background.</a:t>
            </a:r>
          </a:p>
          <a:p>
            <a:pPr algn="l" rtl="0">
              <a:spcBef>
                <a:spcPts val="0"/>
              </a:spcBef>
              <a:spcAft>
                <a:spcPts val="0"/>
              </a:spcAft>
            </a:pPr>
            <a:endParaRPr lang="en-US" sz="1100"/>
          </a:p>
          <a:p>
            <a:pPr algn="l" rtl="0">
              <a:spcBef>
                <a:spcPts val="0"/>
              </a:spcBef>
              <a:spcAft>
                <a:spcPts val="0"/>
              </a:spcAft>
            </a:pPr>
            <a:r>
              <a:rPr lang="en-US" sz="1100">
                <a:solidFill>
                  <a:schemeClr val="tx1">
                    <a:lumMod val="50000"/>
                  </a:schemeClr>
                </a:solidFill>
              </a:rPr>
              <a:t>&lt;div style="</a:t>
            </a:r>
            <a:r>
              <a:rPr lang="en-US" sz="1100" err="1">
                <a:solidFill>
                  <a:schemeClr val="tx1">
                    <a:lumMod val="50000"/>
                  </a:schemeClr>
                </a:solidFill>
              </a:rPr>
              <a:t>background-image:url</a:t>
            </a:r>
            <a:r>
              <a:rPr lang="en-US" sz="1100">
                <a:solidFill>
                  <a:schemeClr val="tx1">
                    <a:lumMod val="50000"/>
                  </a:schemeClr>
                </a:solidFill>
              </a:rPr>
              <a:t>('${</a:t>
            </a:r>
            <a:r>
              <a:rPr lang="en-US" sz="1100" err="1">
                <a:solidFill>
                  <a:schemeClr val="tx1">
                    <a:lumMod val="50000"/>
                  </a:schemeClr>
                </a:solidFill>
              </a:rPr>
              <a:t>properties.fileReference</a:t>
            </a:r>
            <a:r>
              <a:rPr lang="en-US" sz="1100">
                <a:solidFill>
                  <a:schemeClr val="tx1">
                    <a:lumMod val="50000"/>
                  </a:schemeClr>
                </a:solidFill>
              </a:rPr>
              <a:t> @context='styleString'}'); height: 480px; width: 400px;"&gt;Text here&lt;/div&gt;</a:t>
            </a:r>
          </a:p>
          <a:p>
            <a:pPr algn="l" rtl="0">
              <a:spcBef>
                <a:spcPts val="0"/>
              </a:spcBef>
              <a:spcAft>
                <a:spcPts val="0"/>
              </a:spcAft>
            </a:pPr>
            <a:endParaRPr lang="en-US" sz="1100">
              <a:solidFill>
                <a:srgbClr val="000000"/>
              </a:solidFill>
              <a:latin typeface="arial" panose="020B0604020202020204" pitchFamily="34" charset="0"/>
            </a:endParaRPr>
          </a:p>
          <a:p>
            <a:pPr algn="l" rtl="0">
              <a:spcBef>
                <a:spcPts val="0"/>
              </a:spcBef>
              <a:spcAft>
                <a:spcPts val="0"/>
              </a:spcAft>
            </a:pPr>
            <a:endParaRPr lang="en-US" sz="1100"/>
          </a:p>
          <a:p>
            <a:pPr algn="l" rtl="0">
              <a:spcBef>
                <a:spcPts val="0"/>
              </a:spcBef>
              <a:spcAft>
                <a:spcPts val="0"/>
              </a:spcAft>
            </a:pPr>
            <a:endParaRPr lang="en-US" sz="1100"/>
          </a:p>
          <a:p>
            <a:pPr marL="171450" indent="-171450" algn="l" rtl="0">
              <a:spcBef>
                <a:spcPts val="0"/>
              </a:spcBef>
              <a:spcAft>
                <a:spcPts val="0"/>
              </a:spcAft>
              <a:buFont typeface="Wingdings" panose="05000000000000000000" pitchFamily="2" charset="2"/>
              <a:buChar char="Ø"/>
            </a:pPr>
            <a:r>
              <a:rPr lang="en-US" sz="1100"/>
              <a:t>Extensions such as ‘html’ below appends “.html” to the end of the string.</a:t>
            </a:r>
          </a:p>
          <a:p>
            <a:pPr algn="l" rtl="0">
              <a:spcBef>
                <a:spcPts val="0"/>
              </a:spcBef>
              <a:spcAft>
                <a:spcPts val="0"/>
              </a:spcAft>
            </a:pPr>
            <a:endParaRPr lang="en-US" sz="1100"/>
          </a:p>
          <a:p>
            <a:pPr algn="l" rtl="0">
              <a:spcBef>
                <a:spcPts val="0"/>
              </a:spcBef>
              <a:spcAft>
                <a:spcPts val="0"/>
              </a:spcAft>
            </a:pPr>
            <a:r>
              <a:rPr lang="en-US" sz="1100">
                <a:solidFill>
                  <a:schemeClr val="tx1">
                    <a:lumMod val="50000"/>
                  </a:schemeClr>
                </a:solidFill>
              </a:rPr>
              <a:t>&lt;a class="</a:t>
            </a:r>
            <a:r>
              <a:rPr lang="en-US" sz="1100" err="1">
                <a:solidFill>
                  <a:schemeClr val="tx1">
                    <a:lumMod val="50000"/>
                  </a:schemeClr>
                </a:solidFill>
              </a:rPr>
              <a:t>btn_field</a:t>
            </a:r>
            <a:r>
              <a:rPr lang="en-US" sz="1100">
                <a:solidFill>
                  <a:schemeClr val="tx1">
                    <a:lumMod val="50000"/>
                  </a:schemeClr>
                </a:solidFill>
              </a:rPr>
              <a:t>" </a:t>
            </a:r>
            <a:r>
              <a:rPr lang="en-US" sz="1100" err="1">
                <a:solidFill>
                  <a:schemeClr val="tx1">
                    <a:lumMod val="50000"/>
                  </a:schemeClr>
                </a:solidFill>
              </a:rPr>
              <a:t>href</a:t>
            </a:r>
            <a:r>
              <a:rPr lang="en-US" sz="1100">
                <a:solidFill>
                  <a:schemeClr val="tx1">
                    <a:lumMod val="50000"/>
                  </a:schemeClr>
                </a:solidFill>
              </a:rPr>
              <a:t>="${</a:t>
            </a:r>
            <a:r>
              <a:rPr lang="en-US" sz="1100" err="1">
                <a:solidFill>
                  <a:schemeClr val="tx1">
                    <a:lumMod val="50000"/>
                  </a:schemeClr>
                </a:solidFill>
              </a:rPr>
              <a:t>properties.buttonLinkTo</a:t>
            </a:r>
            <a:r>
              <a:rPr lang="en-US" sz="1100">
                <a:solidFill>
                  <a:schemeClr val="tx1">
                    <a:lumMod val="50000"/>
                  </a:schemeClr>
                </a:solidFill>
              </a:rPr>
              <a:t> @ extension = 'html'}"  role="button"&gt; ${</a:t>
            </a:r>
            <a:r>
              <a:rPr lang="en-US" sz="1100" err="1">
                <a:solidFill>
                  <a:schemeClr val="tx1">
                    <a:lumMod val="50000"/>
                  </a:schemeClr>
                </a:solidFill>
              </a:rPr>
              <a:t>properties.buttonLabel</a:t>
            </a:r>
            <a:r>
              <a:rPr lang="en-US" sz="1100">
                <a:solidFill>
                  <a:schemeClr val="tx1">
                    <a:lumMod val="50000"/>
                  </a:schemeClr>
                </a:solidFill>
              </a:rPr>
              <a:t>}&lt;/a&gt;</a:t>
            </a:r>
          </a:p>
          <a:p>
            <a:pPr algn="l" rtl="0">
              <a:spcBef>
                <a:spcPts val="0"/>
              </a:spcBef>
              <a:spcAft>
                <a:spcPts val="0"/>
              </a:spcAft>
            </a:pPr>
            <a:endParaRPr lang="en-US" sz="1100">
              <a:solidFill>
                <a:schemeClr val="tx1">
                  <a:lumMod val="50000"/>
                </a:schemeClr>
              </a:solidFill>
            </a:endParaRPr>
          </a:p>
          <a:p>
            <a:pPr algn="l" rtl="0">
              <a:spcBef>
                <a:spcPts val="0"/>
              </a:spcBef>
              <a:spcAft>
                <a:spcPts val="0"/>
              </a:spcAft>
            </a:pPr>
            <a:endParaRPr lang="en-US" sz="1100"/>
          </a:p>
          <a:p>
            <a:pPr marL="171450" indent="-171450" algn="l">
              <a:buFont typeface="Arial" panose="020B0604020202020204" pitchFamily="34" charset="0"/>
              <a:buChar char="•"/>
            </a:pPr>
            <a:endParaRPr lang="en-US" sz="1100">
              <a:solidFill>
                <a:srgbClr val="002060"/>
              </a:solidFill>
            </a:endParaRPr>
          </a:p>
          <a:p>
            <a:pPr marL="171450" indent="-171450" algn="l">
              <a:buFont typeface="Arial" panose="020B0604020202020204" pitchFamily="34" charset="0"/>
              <a:buChar char="•"/>
            </a:pPr>
            <a:endParaRPr lang="en-US" sz="1100"/>
          </a:p>
        </p:txBody>
      </p:sp>
    </p:spTree>
    <p:extLst>
      <p:ext uri="{BB962C8B-B14F-4D97-AF65-F5344CB8AC3E}">
        <p14:creationId xmlns:p14="http://schemas.microsoft.com/office/powerpoint/2010/main" val="493095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E9D65-2A5F-413E-8597-E2525990356E}"/>
              </a:ext>
            </a:extLst>
          </p:cNvPr>
          <p:cNvSpPr>
            <a:spLocks noGrp="1"/>
          </p:cNvSpPr>
          <p:nvPr>
            <p:ph type="title"/>
          </p:nvPr>
        </p:nvSpPr>
        <p:spPr>
          <a:xfrm>
            <a:off x="500316" y="1950720"/>
            <a:ext cx="8378952" cy="621030"/>
          </a:xfrm>
        </p:spPr>
        <p:txBody>
          <a:bodyPr/>
          <a:lstStyle/>
          <a:p>
            <a:pPr marL="171450" indent="-171450">
              <a:buFont typeface="Wingdings" panose="05000000000000000000" pitchFamily="2" charset="2"/>
              <a:buChar char="Ø"/>
            </a:pPr>
            <a:r>
              <a:rPr lang="en-IN" sz="1200" i="1">
                <a:solidFill>
                  <a:srgbClr val="2C67FF">
                    <a:lumMod val="50000"/>
                  </a:srgbClr>
                </a:solidFill>
                <a:latin typeface="roboto" panose="02000000000000000000" pitchFamily="2" charset="0"/>
                <a:ea typeface="+mn-ea"/>
              </a:rPr>
              <a:t>Date Format Options</a:t>
            </a:r>
          </a:p>
        </p:txBody>
      </p:sp>
      <p:sp>
        <p:nvSpPr>
          <p:cNvPr id="3" name="TextBox 2">
            <a:extLst>
              <a:ext uri="{FF2B5EF4-FFF2-40B4-BE49-F238E27FC236}">
                <a16:creationId xmlns:a16="http://schemas.microsoft.com/office/drawing/2014/main" id="{2B7954FC-6418-4FB4-8627-6B090A8E7AE2}"/>
              </a:ext>
            </a:extLst>
          </p:cNvPr>
          <p:cNvSpPr txBox="1"/>
          <p:nvPr/>
        </p:nvSpPr>
        <p:spPr>
          <a:xfrm>
            <a:off x="500316" y="2343150"/>
            <a:ext cx="8545147" cy="1661993"/>
          </a:xfrm>
          <a:prstGeom prst="rect">
            <a:avLst/>
          </a:prstGeom>
        </p:spPr>
        <p:txBody>
          <a:bodyPr wrap="square" lIns="0" tIns="0" rIns="0" bIns="0" rtlCol="0">
            <a:spAutoFit/>
          </a:bodyPr>
          <a:lstStyle/>
          <a:p>
            <a:pPr algn="l"/>
            <a:r>
              <a:rPr lang="en-IN" sz="1200">
                <a:solidFill>
                  <a:schemeClr val="accent3">
                    <a:lumMod val="50000"/>
                  </a:schemeClr>
                </a:solidFill>
              </a:rPr>
              <a:t> 	</a:t>
            </a:r>
            <a:r>
              <a:rPr lang="en-IN" sz="1200">
                <a:solidFill>
                  <a:schemeClr val="accent6">
                    <a:lumMod val="50000"/>
                  </a:schemeClr>
                </a:solidFill>
              </a:rPr>
              <a:t>&lt;p&gt;${ 'dd-MMM-</a:t>
            </a:r>
            <a:r>
              <a:rPr lang="en-IN" sz="1200" err="1">
                <a:solidFill>
                  <a:schemeClr val="accent6">
                    <a:lumMod val="50000"/>
                  </a:schemeClr>
                </a:solidFill>
              </a:rPr>
              <a:t>yyyy</a:t>
            </a:r>
            <a:r>
              <a:rPr lang="en-IN" sz="1200">
                <a:solidFill>
                  <a:schemeClr val="accent6">
                    <a:lumMod val="50000"/>
                  </a:schemeClr>
                </a:solidFill>
              </a:rPr>
              <a:t> </a:t>
            </a:r>
            <a:r>
              <a:rPr lang="en-IN" sz="1200" err="1">
                <a:solidFill>
                  <a:schemeClr val="accent6">
                    <a:lumMod val="50000"/>
                  </a:schemeClr>
                </a:solidFill>
              </a:rPr>
              <a:t>hh:mm:ss</a:t>
            </a:r>
            <a:r>
              <a:rPr lang="en-IN" sz="1200">
                <a:solidFill>
                  <a:schemeClr val="accent6">
                    <a:lumMod val="50000"/>
                  </a:schemeClr>
                </a:solidFill>
              </a:rPr>
              <a:t>' @ format=</a:t>
            </a:r>
            <a:r>
              <a:rPr lang="en-IN" sz="1200" err="1">
                <a:solidFill>
                  <a:schemeClr val="accent6">
                    <a:lumMod val="50000"/>
                  </a:schemeClr>
                </a:solidFill>
              </a:rPr>
              <a:t>currentPage.jcr:created</a:t>
            </a:r>
            <a:r>
              <a:rPr lang="en-IN" sz="1200">
                <a:solidFill>
                  <a:schemeClr val="accent6">
                    <a:lumMod val="50000"/>
                  </a:schemeClr>
                </a:solidFill>
              </a:rPr>
              <a:t>, </a:t>
            </a:r>
            <a:r>
              <a:rPr lang="en-IN" sz="1200" err="1">
                <a:solidFill>
                  <a:schemeClr val="accent6">
                    <a:lumMod val="50000"/>
                  </a:schemeClr>
                </a:solidFill>
              </a:rPr>
              <a:t>timezone</a:t>
            </a:r>
            <a:r>
              <a:rPr lang="en-IN" sz="1200">
                <a:solidFill>
                  <a:schemeClr val="accent6">
                    <a:lumMod val="50000"/>
                  </a:schemeClr>
                </a:solidFill>
              </a:rPr>
              <a:t>='PST'}&lt;/p&gt;</a:t>
            </a:r>
          </a:p>
          <a:p>
            <a:pPr algn="l"/>
            <a:endParaRPr lang="en-IN" sz="1200">
              <a:solidFill>
                <a:schemeClr val="accent6">
                  <a:lumMod val="50000"/>
                </a:schemeClr>
              </a:solidFill>
            </a:endParaRPr>
          </a:p>
          <a:p>
            <a:pPr algn="l"/>
            <a:r>
              <a:rPr lang="en-IN" sz="1200">
                <a:solidFill>
                  <a:schemeClr val="accent6">
                    <a:lumMod val="50000"/>
                  </a:schemeClr>
                </a:solidFill>
              </a:rPr>
              <a:t>   	&lt;p&gt;${ 'dd-MMMM-</a:t>
            </a:r>
            <a:r>
              <a:rPr lang="en-IN" sz="1200" err="1">
                <a:solidFill>
                  <a:schemeClr val="accent6">
                    <a:lumMod val="50000"/>
                  </a:schemeClr>
                </a:solidFill>
              </a:rPr>
              <a:t>yyyy</a:t>
            </a:r>
            <a:r>
              <a:rPr lang="en-IN" sz="1200">
                <a:solidFill>
                  <a:schemeClr val="accent6">
                    <a:lumMod val="50000"/>
                  </a:schemeClr>
                </a:solidFill>
              </a:rPr>
              <a:t> </a:t>
            </a:r>
            <a:r>
              <a:rPr lang="en-IN" sz="1200" err="1">
                <a:solidFill>
                  <a:schemeClr val="accent6">
                    <a:lumMod val="50000"/>
                  </a:schemeClr>
                </a:solidFill>
              </a:rPr>
              <a:t>hh:mm:ss</a:t>
            </a:r>
            <a:r>
              <a:rPr lang="en-IN" sz="1200">
                <a:solidFill>
                  <a:schemeClr val="accent6">
                    <a:lumMod val="50000"/>
                  </a:schemeClr>
                </a:solidFill>
              </a:rPr>
              <a:t>' @ format=</a:t>
            </a:r>
            <a:r>
              <a:rPr lang="en-IN" sz="1200" err="1">
                <a:solidFill>
                  <a:schemeClr val="accent6">
                    <a:lumMod val="50000"/>
                  </a:schemeClr>
                </a:solidFill>
              </a:rPr>
              <a:t>currentPage.jcr:created</a:t>
            </a:r>
            <a:r>
              <a:rPr lang="en-IN" sz="1200">
                <a:solidFill>
                  <a:schemeClr val="accent6">
                    <a:lumMod val="50000"/>
                  </a:schemeClr>
                </a:solidFill>
              </a:rPr>
              <a:t>, </a:t>
            </a:r>
            <a:r>
              <a:rPr lang="en-IN" sz="1200" err="1">
                <a:solidFill>
                  <a:schemeClr val="accent6">
                    <a:lumMod val="50000"/>
                  </a:schemeClr>
                </a:solidFill>
              </a:rPr>
              <a:t>timezone</a:t>
            </a:r>
            <a:r>
              <a:rPr lang="en-IN" sz="1200">
                <a:solidFill>
                  <a:schemeClr val="accent6">
                    <a:lumMod val="50000"/>
                  </a:schemeClr>
                </a:solidFill>
              </a:rPr>
              <a:t>='PST', locale='</a:t>
            </a:r>
            <a:r>
              <a:rPr lang="en-IN" sz="1200" err="1">
                <a:solidFill>
                  <a:schemeClr val="accent6">
                    <a:lumMod val="50000"/>
                  </a:schemeClr>
                </a:solidFill>
              </a:rPr>
              <a:t>ar</a:t>
            </a:r>
            <a:r>
              <a:rPr lang="en-IN" sz="1200">
                <a:solidFill>
                  <a:schemeClr val="accent6">
                    <a:lumMod val="50000"/>
                  </a:schemeClr>
                </a:solidFill>
              </a:rPr>
              <a:t>'}&lt;/p&gt;</a:t>
            </a:r>
          </a:p>
          <a:p>
            <a:pPr algn="l"/>
            <a:endParaRPr lang="en-IN" sz="1200">
              <a:solidFill>
                <a:schemeClr val="accent3">
                  <a:lumMod val="50000"/>
                </a:schemeClr>
              </a:solidFill>
            </a:endParaRPr>
          </a:p>
          <a:p>
            <a:pPr algn="l"/>
            <a:endParaRPr kumimoji="0" lang="en-IN" sz="1200" b="1" i="1" u="none" strike="noStrike" kern="1200" cap="none" spc="0" normalizeH="0" baseline="0" noProof="0">
              <a:ln>
                <a:noFill/>
              </a:ln>
              <a:solidFill>
                <a:srgbClr val="2C67FF">
                  <a:lumMod val="50000"/>
                </a:srgbClr>
              </a:solidFill>
              <a:effectLst/>
              <a:uLnTx/>
              <a:uFillTx/>
              <a:latin typeface="roboto" panose="02000000000000000000" pitchFamily="2" charset="0"/>
              <a:ea typeface="+mn-ea"/>
              <a:cs typeface="Arial" charset="0"/>
            </a:endParaRPr>
          </a:p>
          <a:p>
            <a:pPr algn="l"/>
            <a:endParaRPr kumimoji="0" lang="en-IN" sz="1200" b="1" i="1" u="none" strike="noStrike" kern="1200" cap="none" spc="0" normalizeH="0" baseline="0" noProof="0">
              <a:ln>
                <a:noFill/>
              </a:ln>
              <a:solidFill>
                <a:srgbClr val="2C67FF">
                  <a:lumMod val="50000"/>
                </a:srgbClr>
              </a:solidFill>
              <a:effectLst/>
              <a:uLnTx/>
              <a:uFillTx/>
              <a:latin typeface="roboto" panose="02000000000000000000" pitchFamily="2" charset="0"/>
              <a:ea typeface="+mn-ea"/>
              <a:cs typeface="Arial" charset="0"/>
            </a:endParaRPr>
          </a:p>
          <a:p>
            <a:pPr marL="228600" indent="-228600" algn="l">
              <a:buFont typeface="Wingdings" panose="05000000000000000000" pitchFamily="2" charset="2"/>
              <a:buChar char="Ø"/>
            </a:pPr>
            <a:r>
              <a:rPr kumimoji="0" lang="en-IN" sz="1200" b="1" i="1" u="none" strike="noStrike" kern="1200" cap="none" spc="0" normalizeH="0" baseline="0" noProof="0">
                <a:ln>
                  <a:noFill/>
                </a:ln>
                <a:solidFill>
                  <a:srgbClr val="2C67FF">
                    <a:lumMod val="50000"/>
                  </a:srgbClr>
                </a:solidFill>
                <a:effectLst/>
                <a:uLnTx/>
                <a:uFillTx/>
                <a:latin typeface="roboto" panose="02000000000000000000" pitchFamily="2" charset="0"/>
                <a:ea typeface="+mn-ea"/>
                <a:cs typeface="Arial" charset="0"/>
              </a:rPr>
              <a:t>Number Format Options</a:t>
            </a:r>
            <a:endParaRPr lang="en-IN" sz="1200">
              <a:solidFill>
                <a:schemeClr val="accent3">
                  <a:lumMod val="50000"/>
                </a:schemeClr>
              </a:solidFill>
            </a:endParaRPr>
          </a:p>
          <a:p>
            <a:pPr algn="l"/>
            <a:endParaRPr lang="en-IN" sz="1200">
              <a:solidFill>
                <a:schemeClr val="accent3">
                  <a:lumMod val="50000"/>
                </a:schemeClr>
              </a:solidFill>
            </a:endParaRPr>
          </a:p>
          <a:p>
            <a:pPr algn="l"/>
            <a:r>
              <a:rPr lang="en-IN" sz="1200">
                <a:solidFill>
                  <a:schemeClr val="accent3">
                    <a:lumMod val="50000"/>
                  </a:schemeClr>
                </a:solidFill>
              </a:rPr>
              <a:t>   	</a:t>
            </a:r>
            <a:r>
              <a:rPr lang="en-IN" sz="1200">
                <a:solidFill>
                  <a:schemeClr val="accent6">
                    <a:lumMod val="50000"/>
                  </a:schemeClr>
                </a:solidFill>
              </a:rPr>
              <a:t>&lt;p&gt;${ '#.00' @ format=300}&lt;/p&gt;</a:t>
            </a:r>
          </a:p>
        </p:txBody>
      </p:sp>
      <p:sp>
        <p:nvSpPr>
          <p:cNvPr id="4" name="TextBox 3">
            <a:extLst>
              <a:ext uri="{FF2B5EF4-FFF2-40B4-BE49-F238E27FC236}">
                <a16:creationId xmlns:a16="http://schemas.microsoft.com/office/drawing/2014/main" id="{76626CDD-887D-45B7-94E8-4246E8F6FDC7}"/>
              </a:ext>
            </a:extLst>
          </p:cNvPr>
          <p:cNvSpPr txBox="1"/>
          <p:nvPr/>
        </p:nvSpPr>
        <p:spPr>
          <a:xfrm>
            <a:off x="500316" y="516076"/>
            <a:ext cx="7888609" cy="1200329"/>
          </a:xfrm>
          <a:prstGeom prst="rect">
            <a:avLst/>
          </a:prstGeom>
        </p:spPr>
        <p:txBody>
          <a:bodyPr wrap="square" lIns="0" tIns="0" rIns="0" bIns="0" rtlCol="0">
            <a:spAutoFit/>
          </a:bodyPr>
          <a:lstStyle/>
          <a:p>
            <a:pPr indent="-171450">
              <a:spcBef>
                <a:spcPts val="0"/>
              </a:spcBef>
              <a:spcAft>
                <a:spcPts val="0"/>
              </a:spcAft>
              <a:buFont typeface="Wingdings" panose="05000000000000000000" pitchFamily="2" charset="2"/>
              <a:buChar char="Ø"/>
            </a:pPr>
            <a:r>
              <a:rPr lang="en-US" sz="1200" b="1" i="1">
                <a:solidFill>
                  <a:srgbClr val="2C67FF">
                    <a:lumMod val="50000"/>
                  </a:srgbClr>
                </a:solidFill>
                <a:latin typeface="roboto" panose="02000000000000000000" pitchFamily="2" charset="0"/>
                <a:cs typeface="Arial" charset="0"/>
              </a:rPr>
              <a:t>Iterating a Map in Front-end</a:t>
            </a:r>
          </a:p>
          <a:p>
            <a:pPr indent="-171450">
              <a:spcBef>
                <a:spcPts val="0"/>
              </a:spcBef>
              <a:spcAft>
                <a:spcPts val="0"/>
              </a:spcAft>
              <a:buFont typeface="Wingdings" panose="05000000000000000000" pitchFamily="2" charset="2"/>
              <a:buChar char="Ø"/>
            </a:pPr>
            <a:endParaRPr lang="en-US" sz="1200">
              <a:solidFill>
                <a:schemeClr val="accent3">
                  <a:lumMod val="50000"/>
                </a:schemeClr>
              </a:solidFill>
            </a:endParaRPr>
          </a:p>
          <a:p>
            <a:pPr algn="l" rtl="0">
              <a:spcBef>
                <a:spcPts val="0"/>
              </a:spcBef>
              <a:spcAft>
                <a:spcPts val="0"/>
              </a:spcAft>
            </a:pPr>
            <a:r>
              <a:rPr lang="en-US" sz="1200">
                <a:solidFill>
                  <a:schemeClr val="accent6">
                    <a:lumMod val="50000"/>
                  </a:schemeClr>
                </a:solidFill>
              </a:rPr>
              <a:t>	&lt;ul data-sly-</a:t>
            </a:r>
            <a:r>
              <a:rPr lang="en-US" sz="1200" err="1">
                <a:solidFill>
                  <a:schemeClr val="accent6">
                    <a:lumMod val="50000"/>
                  </a:schemeClr>
                </a:solidFill>
              </a:rPr>
              <a:t>list.key</a:t>
            </a:r>
            <a:r>
              <a:rPr lang="en-US" sz="1200">
                <a:solidFill>
                  <a:schemeClr val="accent6">
                    <a:lumMod val="50000"/>
                  </a:schemeClr>
                </a:solidFill>
              </a:rPr>
              <a:t>="${</a:t>
            </a:r>
            <a:r>
              <a:rPr lang="en-US" sz="1200" err="1">
                <a:solidFill>
                  <a:schemeClr val="accent6">
                    <a:lumMod val="50000"/>
                  </a:schemeClr>
                </a:solidFill>
              </a:rPr>
              <a:t>myClass</a:t>
            </a:r>
            <a:r>
              <a:rPr lang="en-US" sz="1200">
                <a:solidFill>
                  <a:schemeClr val="accent6">
                    <a:lumMod val="50000"/>
                  </a:schemeClr>
                </a:solidFill>
              </a:rPr>
              <a:t>. </a:t>
            </a:r>
            <a:r>
              <a:rPr lang="en-US" sz="1200" err="1">
                <a:solidFill>
                  <a:schemeClr val="accent6">
                    <a:lumMod val="50000"/>
                  </a:schemeClr>
                </a:solidFill>
              </a:rPr>
              <a:t>your_map</a:t>
            </a:r>
            <a:r>
              <a:rPr lang="en-US" sz="1200">
                <a:solidFill>
                  <a:schemeClr val="accent6">
                    <a:lumMod val="50000"/>
                  </a:schemeClr>
                </a:solidFill>
              </a:rPr>
              <a:t>}"&gt;</a:t>
            </a:r>
          </a:p>
          <a:p>
            <a:pPr algn="l" rtl="0">
              <a:spcBef>
                <a:spcPts val="0"/>
              </a:spcBef>
              <a:spcAft>
                <a:spcPts val="0"/>
              </a:spcAft>
            </a:pPr>
            <a:r>
              <a:rPr lang="en-US" sz="1200">
                <a:solidFill>
                  <a:schemeClr val="accent6">
                    <a:lumMod val="50000"/>
                  </a:schemeClr>
                </a:solidFill>
              </a:rPr>
              <a:t>		&lt;li&gt; Key: ${key},   Value: ${</a:t>
            </a:r>
            <a:r>
              <a:rPr lang="en-US" sz="1200" err="1">
                <a:solidFill>
                  <a:schemeClr val="accent6">
                    <a:lumMod val="50000"/>
                  </a:schemeClr>
                </a:solidFill>
              </a:rPr>
              <a:t>myClass.your_map</a:t>
            </a:r>
            <a:r>
              <a:rPr lang="en-US" sz="1200">
                <a:solidFill>
                  <a:schemeClr val="accent6">
                    <a:lumMod val="50000"/>
                  </a:schemeClr>
                </a:solidFill>
              </a:rPr>
              <a:t>[key]}&lt;/li&gt;</a:t>
            </a:r>
          </a:p>
          <a:p>
            <a:pPr algn="l" rtl="0">
              <a:spcBef>
                <a:spcPts val="0"/>
              </a:spcBef>
              <a:spcAft>
                <a:spcPts val="0"/>
              </a:spcAft>
            </a:pPr>
            <a:r>
              <a:rPr lang="en-US" sz="1200">
                <a:solidFill>
                  <a:schemeClr val="accent6">
                    <a:lumMod val="50000"/>
                  </a:schemeClr>
                </a:solidFill>
              </a:rPr>
              <a:t>	&lt;/ul&gt;</a:t>
            </a:r>
          </a:p>
          <a:p>
            <a:pPr algn="l"/>
            <a:endParaRPr lang="en-IN">
              <a:solidFill>
                <a:schemeClr val="tx2"/>
              </a:solidFill>
            </a:endParaRPr>
          </a:p>
        </p:txBody>
      </p:sp>
    </p:spTree>
    <p:extLst>
      <p:ext uri="{BB962C8B-B14F-4D97-AF65-F5344CB8AC3E}">
        <p14:creationId xmlns:p14="http://schemas.microsoft.com/office/powerpoint/2010/main" val="2926583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85FEA-406A-4729-A0D0-ABC1615A597E}"/>
              </a:ext>
            </a:extLst>
          </p:cNvPr>
          <p:cNvSpPr>
            <a:spLocks noGrp="1"/>
          </p:cNvSpPr>
          <p:nvPr>
            <p:ph type="title"/>
          </p:nvPr>
        </p:nvSpPr>
        <p:spPr/>
        <p:txBody>
          <a:bodyPr/>
          <a:lstStyle/>
          <a:p>
            <a:r>
              <a:rPr lang="en-US"/>
              <a:t>Best Practices</a:t>
            </a:r>
            <a:endParaRPr lang="en-IN"/>
          </a:p>
        </p:txBody>
      </p:sp>
      <p:sp>
        <p:nvSpPr>
          <p:cNvPr id="5" name="TextBox 4">
            <a:extLst>
              <a:ext uri="{FF2B5EF4-FFF2-40B4-BE49-F238E27FC236}">
                <a16:creationId xmlns:a16="http://schemas.microsoft.com/office/drawing/2014/main" id="{46CF5A40-D0AA-4567-81AA-BD15D94FBB6D}"/>
              </a:ext>
            </a:extLst>
          </p:cNvPr>
          <p:cNvSpPr txBox="1"/>
          <p:nvPr/>
        </p:nvSpPr>
        <p:spPr>
          <a:xfrm>
            <a:off x="236220" y="773430"/>
            <a:ext cx="8831580" cy="3985706"/>
          </a:xfrm>
          <a:prstGeom prst="rect">
            <a:avLst/>
          </a:prstGeom>
          <a:noFill/>
        </p:spPr>
        <p:txBody>
          <a:bodyPr wrap="square">
            <a:spAutoFit/>
          </a:bodyPr>
          <a:lstStyle/>
          <a:p>
            <a:pPr marL="171450" indent="-171450" algn="l">
              <a:buFont typeface="Wingdings" panose="05000000000000000000" pitchFamily="2" charset="2"/>
              <a:buChar char="Ø"/>
            </a:pPr>
            <a:r>
              <a:rPr lang="en-US" sz="1100"/>
              <a:t>HTL comments do not make it into the final markup whereas HTML comments do, so the former is preferred.</a:t>
            </a:r>
          </a:p>
          <a:p>
            <a:pPr marL="171450" indent="-171450" algn="l">
              <a:buFont typeface="Arial" panose="020B0604020202020204" pitchFamily="34" charset="0"/>
              <a:buChar char="•"/>
            </a:pPr>
            <a:r>
              <a:rPr lang="en-US" sz="1100"/>
              <a:t>Syntax : </a:t>
            </a:r>
            <a:r>
              <a:rPr lang="en-US" sz="1100">
                <a:solidFill>
                  <a:srgbClr val="002060"/>
                </a:solidFill>
              </a:rPr>
              <a:t>&lt;!--/* This is an HTL comment */</a:t>
            </a:r>
            <a:r>
              <a:rPr lang="en-US" sz="1100">
                <a:solidFill>
                  <a:srgbClr val="002060"/>
                </a:solidFill>
                <a:sym typeface="Wingdings" panose="05000000000000000000" pitchFamily="2" charset="2"/>
              </a:rPr>
              <a:t>--&gt;</a:t>
            </a:r>
            <a:endParaRPr lang="en-US" sz="1100"/>
          </a:p>
          <a:p>
            <a:pPr algn="l"/>
            <a:endParaRPr lang="en-US" sz="1100"/>
          </a:p>
          <a:p>
            <a:pPr marL="171450" indent="-171450" algn="l">
              <a:buFont typeface="Wingdings" panose="05000000000000000000" pitchFamily="2" charset="2"/>
              <a:buChar char="Ø"/>
            </a:pPr>
            <a:r>
              <a:rPr lang="en-US" sz="1100"/>
              <a:t>Condition Based on Page Template --</a:t>
            </a:r>
          </a:p>
          <a:p>
            <a:pPr marL="171450" indent="-171450" algn="l">
              <a:buFont typeface="Arial" panose="020B0604020202020204" pitchFamily="34" charset="0"/>
              <a:buChar char="•"/>
            </a:pPr>
            <a:r>
              <a:rPr lang="en-US" sz="1100">
                <a:solidFill>
                  <a:schemeClr val="tx1">
                    <a:lumMod val="50000"/>
                  </a:schemeClr>
                </a:solidFill>
              </a:rPr>
              <a:t>${</a:t>
            </a:r>
            <a:r>
              <a:rPr lang="en-US" sz="1100" err="1">
                <a:solidFill>
                  <a:schemeClr val="tx1">
                    <a:lumMod val="50000"/>
                  </a:schemeClr>
                </a:solidFill>
              </a:rPr>
              <a:t>currentPage.template.path</a:t>
            </a:r>
            <a:r>
              <a:rPr lang="en-US" sz="1100">
                <a:solidFill>
                  <a:schemeClr val="tx1">
                    <a:lumMod val="50000"/>
                  </a:schemeClr>
                </a:solidFill>
              </a:rPr>
              <a:t> == ‘/apps/</a:t>
            </a:r>
            <a:r>
              <a:rPr lang="en-US" sz="1100" err="1">
                <a:solidFill>
                  <a:schemeClr val="tx1">
                    <a:lumMod val="50000"/>
                  </a:schemeClr>
                </a:solidFill>
              </a:rPr>
              <a:t>geometrixx</a:t>
            </a:r>
            <a:r>
              <a:rPr lang="en-US" sz="1100">
                <a:solidFill>
                  <a:schemeClr val="tx1">
                    <a:lumMod val="50000"/>
                  </a:schemeClr>
                </a:solidFill>
              </a:rPr>
              <a:t>/templates/</a:t>
            </a:r>
            <a:r>
              <a:rPr lang="en-US" sz="1100" err="1">
                <a:solidFill>
                  <a:schemeClr val="tx1">
                    <a:lumMod val="50000"/>
                  </a:schemeClr>
                </a:solidFill>
              </a:rPr>
              <a:t>contentpage</a:t>
            </a:r>
            <a:r>
              <a:rPr lang="en-US" sz="1100">
                <a:solidFill>
                  <a:schemeClr val="tx1">
                    <a:lumMod val="50000"/>
                  </a:schemeClr>
                </a:solidFill>
              </a:rPr>
              <a:t>’} </a:t>
            </a:r>
            <a:r>
              <a:rPr lang="en-US" sz="1100"/>
              <a:t>will throw an ‘</a:t>
            </a:r>
            <a:r>
              <a:rPr lang="en-US" sz="1100" err="1">
                <a:solidFill>
                  <a:srgbClr val="0033A0"/>
                </a:solidFill>
              </a:rPr>
              <a:t>nullpointerexception</a:t>
            </a:r>
            <a:r>
              <a:rPr lang="en-US" sz="1100">
                <a:solidFill>
                  <a:schemeClr val="accent5">
                    <a:lumMod val="60000"/>
                    <a:lumOff val="40000"/>
                  </a:schemeClr>
                </a:solidFill>
              </a:rPr>
              <a:t>’</a:t>
            </a:r>
            <a:r>
              <a:rPr lang="en-US" sz="1100"/>
              <a:t> in the publish environment because the ‘anonymous’ user does not have access to </a:t>
            </a:r>
            <a:r>
              <a:rPr lang="en-US" sz="1100">
                <a:solidFill>
                  <a:srgbClr val="002060"/>
                </a:solidFill>
              </a:rPr>
              <a:t>‘/apps/…’, </a:t>
            </a:r>
            <a:r>
              <a:rPr lang="en-US" sz="1100"/>
              <a:t>which is why we should be using </a:t>
            </a:r>
            <a:r>
              <a:rPr lang="en-US" sz="1100">
                <a:solidFill>
                  <a:srgbClr val="002060"/>
                </a:solidFill>
              </a:rPr>
              <a:t>${</a:t>
            </a:r>
            <a:r>
              <a:rPr lang="en-US" sz="1100" err="1">
                <a:solidFill>
                  <a:srgbClr val="002060"/>
                </a:solidFill>
              </a:rPr>
              <a:t>pageProperties.cq:template</a:t>
            </a:r>
            <a:r>
              <a:rPr lang="en-US" sz="1100">
                <a:solidFill>
                  <a:srgbClr val="002060"/>
                </a:solidFill>
              </a:rPr>
              <a:t>} </a:t>
            </a:r>
            <a:r>
              <a:rPr lang="en-US" sz="1100"/>
              <a:t>instead. </a:t>
            </a:r>
          </a:p>
          <a:p>
            <a:pPr marL="171450" indent="-171450" algn="l">
              <a:buFont typeface="Arial" panose="020B0604020202020204" pitchFamily="34" charset="0"/>
              <a:buChar char="•"/>
            </a:pPr>
            <a:endParaRPr lang="en-US" sz="1100"/>
          </a:p>
          <a:p>
            <a:pPr algn="l"/>
            <a:r>
              <a:rPr lang="en-US" sz="1100"/>
              <a:t>(Refer ‘Deep Dive Part–2’ where they’ve explained how it’s possible to use the former syntax by tweaking the permissions matrix for that user)</a:t>
            </a:r>
            <a:endParaRPr lang="en-US" sz="1100">
              <a:sym typeface="Wingdings" panose="05000000000000000000" pitchFamily="2" charset="2"/>
            </a:endParaRPr>
          </a:p>
          <a:p>
            <a:pPr marL="171450" indent="-171450" algn="l">
              <a:buFont typeface="Arial" panose="020B0604020202020204" pitchFamily="34" charset="0"/>
              <a:buChar char="•"/>
            </a:pPr>
            <a:endParaRPr lang="en-US" sz="1100">
              <a:sym typeface="Wingdings" panose="05000000000000000000" pitchFamily="2" charset="2"/>
            </a:endParaRPr>
          </a:p>
          <a:p>
            <a:pPr marL="171450" indent="-171450" algn="l">
              <a:buFont typeface="Arial" panose="020B0604020202020204" pitchFamily="34" charset="0"/>
              <a:buChar char="•"/>
            </a:pPr>
            <a:endParaRPr lang="en-US" sz="1100">
              <a:sym typeface="Wingdings" panose="05000000000000000000" pitchFamily="2" charset="2"/>
            </a:endParaRPr>
          </a:p>
          <a:p>
            <a:pPr marL="171450" indent="-171450" algn="l">
              <a:buFont typeface="Wingdings" panose="05000000000000000000" pitchFamily="2" charset="2"/>
              <a:buChar char="Ø"/>
            </a:pPr>
            <a:r>
              <a:rPr lang="en-US" sz="1100"/>
              <a:t>Use data-sly elements under pre-existing HTML blocks (&lt;div&gt; / &lt;p&gt;) where possible instead of creating a new sly block for the same.</a:t>
            </a:r>
          </a:p>
          <a:p>
            <a:pPr marL="171450" indent="-171450" algn="l">
              <a:buFont typeface="Wingdings" panose="05000000000000000000" pitchFamily="2" charset="2"/>
              <a:buChar char="Ø"/>
            </a:pPr>
            <a:endParaRPr lang="en-US" sz="1100"/>
          </a:p>
          <a:p>
            <a:pPr marL="171450" indent="-171450" algn="l">
              <a:buFont typeface="Wingdings" panose="05000000000000000000" pitchFamily="2" charset="2"/>
              <a:buChar char="Ø"/>
            </a:pPr>
            <a:r>
              <a:rPr lang="en-US" sz="1100"/>
              <a:t>Use </a:t>
            </a:r>
            <a:r>
              <a:rPr lang="en-US" sz="1100" err="1"/>
              <a:t>Api</a:t>
            </a:r>
            <a:r>
              <a:rPr lang="en-US" sz="1100"/>
              <a:t> to be used only when the HTL file alone is not enough to implement the logic.</a:t>
            </a:r>
          </a:p>
          <a:p>
            <a:pPr marL="171450" indent="-171450" algn="l">
              <a:buFont typeface="Wingdings" panose="05000000000000000000" pitchFamily="2" charset="2"/>
              <a:buChar char="Ø"/>
            </a:pPr>
            <a:endParaRPr lang="en-US" sz="1100"/>
          </a:p>
          <a:p>
            <a:pPr marL="171450" indent="-171450" algn="l">
              <a:buFont typeface="Wingdings" panose="05000000000000000000" pitchFamily="2" charset="2"/>
              <a:buChar char="Ø"/>
            </a:pPr>
            <a:r>
              <a:rPr lang="en-US" sz="1100" err="1"/>
              <a:t>Javascript</a:t>
            </a:r>
            <a:r>
              <a:rPr lang="en-US" sz="1100"/>
              <a:t> use is slower than Java use class so use </a:t>
            </a:r>
            <a:r>
              <a:rPr lang="en-US" sz="1100" err="1"/>
              <a:t>Javascript</a:t>
            </a:r>
            <a:r>
              <a:rPr lang="en-US" sz="1100"/>
              <a:t> only for less intensive logic</a:t>
            </a:r>
          </a:p>
          <a:p>
            <a:pPr marL="171450" indent="-171450" algn="l">
              <a:buFont typeface="Wingdings" panose="05000000000000000000" pitchFamily="2" charset="2"/>
              <a:buChar char="Ø"/>
            </a:pPr>
            <a:endParaRPr lang="en-US" sz="1100"/>
          </a:p>
          <a:p>
            <a:pPr marL="171450" indent="-171450" algn="l">
              <a:buFont typeface="Wingdings" panose="05000000000000000000" pitchFamily="2" charset="2"/>
              <a:buChar char="Ø"/>
            </a:pPr>
            <a:r>
              <a:rPr lang="en-US" sz="1100"/>
              <a:t>Use local java use class if the class is used only for that component, otherwise create a bundle use class.</a:t>
            </a:r>
          </a:p>
          <a:p>
            <a:pPr marL="171450" indent="-171450" algn="l">
              <a:buFont typeface="Wingdings" panose="05000000000000000000" pitchFamily="2" charset="2"/>
              <a:buChar char="Ø"/>
            </a:pPr>
            <a:endParaRPr lang="en-US" sz="1100"/>
          </a:p>
          <a:p>
            <a:pPr marL="171450" indent="-171450" algn="l">
              <a:buFont typeface="Wingdings" panose="05000000000000000000" pitchFamily="2" charset="2"/>
              <a:buChar char="Ø"/>
            </a:pPr>
            <a:r>
              <a:rPr lang="en-US" sz="1100"/>
              <a:t>Passing a parameter to a use-class should only be done when the use-class is used in a data-sly-template file which itself is called from another HTL file with parameters that need to be passed on.</a:t>
            </a:r>
          </a:p>
          <a:p>
            <a:pPr marL="171450" indent="-171450" algn="l">
              <a:buFont typeface="Arial" panose="020B0604020202020204" pitchFamily="34" charset="0"/>
              <a:buChar char="•"/>
            </a:pPr>
            <a:endParaRPr lang="en-US" sz="1100"/>
          </a:p>
        </p:txBody>
      </p:sp>
    </p:spTree>
    <p:extLst>
      <p:ext uri="{BB962C8B-B14F-4D97-AF65-F5344CB8AC3E}">
        <p14:creationId xmlns:p14="http://schemas.microsoft.com/office/powerpoint/2010/main" val="175078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JavaScript Use API</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434571" y="718923"/>
            <a:ext cx="8092966" cy="1015663"/>
          </a:xfrm>
          <a:prstGeom prst="rect">
            <a:avLst/>
          </a:prstGeom>
        </p:spPr>
        <p:txBody>
          <a:bodyPr wrap="square">
            <a:spAutoFit/>
          </a:bodyPr>
          <a:lstStyle/>
          <a:p>
            <a:pPr marL="342900" indent="-342900">
              <a:buFont typeface="Wingdings" panose="05000000000000000000" pitchFamily="2" charset="2"/>
              <a:buChar char="Ø"/>
            </a:pPr>
            <a:r>
              <a:rPr lang="en-US" sz="1200"/>
              <a:t>HTL encourages separation of concerns by not allowing business logic to mix with markup. Business logic can be implemented through the Use-API. Use API can be used to invoke JavaScript and Java code containing business logic. The following table gives an overview of the advantages and disadvantages of each API.</a:t>
            </a:r>
          </a:p>
          <a:p>
            <a:pPr marL="342900" indent="-342900">
              <a:buFont typeface="Wingdings" panose="05000000000000000000" pitchFamily="2" charset="2"/>
              <a:buChar char="Ø"/>
            </a:pPr>
            <a:endParaRPr lang="en-US" sz="1200"/>
          </a:p>
          <a:p>
            <a:pPr marL="342900" indent="-342900">
              <a:buFont typeface="Wingdings" panose="05000000000000000000" pitchFamily="2" charset="2"/>
              <a:buChar char="Ø"/>
            </a:pPr>
            <a:endParaRPr lang="en-US" sz="1200"/>
          </a:p>
        </p:txBody>
      </p:sp>
      <p:pic>
        <p:nvPicPr>
          <p:cNvPr id="4" name="Picture 3"/>
          <p:cNvPicPr>
            <a:picLocks noChangeAspect="1"/>
          </p:cNvPicPr>
          <p:nvPr/>
        </p:nvPicPr>
        <p:blipFill>
          <a:blip r:embed="rId4"/>
          <a:stretch>
            <a:fillRect/>
          </a:stretch>
        </p:blipFill>
        <p:spPr>
          <a:xfrm>
            <a:off x="952254" y="1519730"/>
            <a:ext cx="6043461" cy="2990498"/>
          </a:xfrm>
          <a:prstGeom prst="rect">
            <a:avLst/>
          </a:prstGeom>
        </p:spPr>
      </p:pic>
    </p:spTree>
    <p:extLst>
      <p:ext uri="{BB962C8B-B14F-4D97-AF65-F5344CB8AC3E}">
        <p14:creationId xmlns:p14="http://schemas.microsoft.com/office/powerpoint/2010/main" val="146191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39" y="118925"/>
            <a:ext cx="8450831" cy="637613"/>
          </a:xfrm>
        </p:spPr>
        <p:txBody>
          <a:bodyPr/>
          <a:lstStyle/>
          <a:p>
            <a:r>
              <a:rPr lang="en-US">
                <a:solidFill>
                  <a:srgbClr val="00277E"/>
                </a:solidFill>
              </a:rPr>
              <a:t>JavaScript Use API</a:t>
            </a:r>
          </a:p>
        </p:txBody>
      </p:sp>
      <p:pic>
        <p:nvPicPr>
          <p:cNvPr id="26" name="Picture 25"/>
          <p:cNvPicPr>
            <a:picLocks noChangeAspect="1"/>
          </p:cNvPicPr>
          <p:nvPr/>
        </p:nvPicPr>
        <p:blipFill>
          <a:blip r:embed="rId2"/>
          <a:stretch>
            <a:fillRect/>
          </a:stretch>
        </p:blipFill>
        <p:spPr>
          <a:xfrm>
            <a:off x="5252828" y="2949477"/>
            <a:ext cx="359686" cy="363048"/>
          </a:xfrm>
          <a:prstGeom prst="rect">
            <a:avLst/>
          </a:prstGeom>
        </p:spPr>
      </p:pic>
      <p:cxnSp>
        <p:nvCxnSpPr>
          <p:cNvPr id="5" name="Straight Connector 4"/>
          <p:cNvCxnSpPr>
            <a:endCxn id="2" idx="3"/>
          </p:cNvCxnSpPr>
          <p:nvPr/>
        </p:nvCxnSpPr>
        <p:spPr>
          <a:xfrm flipV="1">
            <a:off x="185208" y="437732"/>
            <a:ext cx="8521262" cy="22548"/>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260300" y="3085252"/>
            <a:ext cx="352214" cy="225214"/>
          </a:xfrm>
          <a:prstGeom prst="rect">
            <a:avLst/>
          </a:prstGeom>
        </p:spPr>
      </p:pic>
      <p:sp>
        <p:nvSpPr>
          <p:cNvPr id="9" name="Rectangle 8"/>
          <p:cNvSpPr/>
          <p:nvPr/>
        </p:nvSpPr>
        <p:spPr>
          <a:xfrm>
            <a:off x="255639" y="526047"/>
            <a:ext cx="8092966" cy="1938992"/>
          </a:xfrm>
          <a:prstGeom prst="rect">
            <a:avLst/>
          </a:prstGeom>
        </p:spPr>
        <p:txBody>
          <a:bodyPr wrap="square">
            <a:spAutoFit/>
          </a:bodyPr>
          <a:lstStyle/>
          <a:p>
            <a:pPr marL="342900" indent="-342900">
              <a:buFont typeface="Wingdings" panose="05000000000000000000" pitchFamily="2" charset="2"/>
              <a:buChar char="Ø"/>
            </a:pPr>
            <a:r>
              <a:rPr lang="en-US" sz="1200"/>
              <a:t>The HTML Template Language (HTL) JavaScript Use-API enables a HTL file to access helper code written in JavaScript..</a:t>
            </a:r>
          </a:p>
          <a:p>
            <a:pPr marL="342900" indent="-342900">
              <a:buFont typeface="Wingdings" panose="05000000000000000000" pitchFamily="2" charset="2"/>
              <a:buChar char="Ø"/>
            </a:pPr>
            <a:r>
              <a:rPr lang="en-US" sz="1200"/>
              <a:t>Example: We define a component, info, located at: /apps/my-example/components/info</a:t>
            </a:r>
            <a:br>
              <a:rPr lang="en-US" sz="1200"/>
            </a:br>
            <a:r>
              <a:rPr lang="en-US" sz="1200"/>
              <a:t>It contains two files:</a:t>
            </a:r>
          </a:p>
          <a:p>
            <a:pPr marL="800100" lvl="1" indent="-342900">
              <a:buFont typeface="Arial" panose="020B0604020202020204" pitchFamily="34" charset="0"/>
              <a:buChar char="•"/>
            </a:pPr>
            <a:r>
              <a:rPr lang="en-US" sz="1200" b="1"/>
              <a:t>info.js</a:t>
            </a:r>
            <a:r>
              <a:rPr lang="en-US" sz="1200"/>
              <a:t>: a JavaScript file that defines the use-class.</a:t>
            </a:r>
          </a:p>
          <a:p>
            <a:pPr marL="800100" lvl="1" indent="-342900">
              <a:buFont typeface="Arial" panose="020B0604020202020204" pitchFamily="34" charset="0"/>
              <a:buChar char="•"/>
            </a:pPr>
            <a:r>
              <a:rPr lang="en-US" sz="1200" b="1"/>
              <a:t>info.html</a:t>
            </a:r>
            <a:r>
              <a:rPr lang="en-US" sz="1200"/>
              <a:t>: an HTL file that defines the component info. This code will use the functionality of info.js through the use-API</a:t>
            </a:r>
          </a:p>
          <a:p>
            <a:pPr marL="800100" lvl="1" indent="-342900">
              <a:buFont typeface="Arial" panose="020B0604020202020204" pitchFamily="34" charset="0"/>
              <a:buChar char="•"/>
            </a:pPr>
            <a:endParaRPr lang="en-US" sz="1200"/>
          </a:p>
          <a:p>
            <a:pPr lvl="1"/>
            <a:endParaRPr lang="en-US" sz="1200"/>
          </a:p>
          <a:p>
            <a:pPr marL="342900" indent="-342900">
              <a:buFont typeface="Wingdings" panose="05000000000000000000" pitchFamily="2" charset="2"/>
              <a:buChar char="Ø"/>
            </a:pPr>
            <a:endParaRPr lang="en-US" sz="1200"/>
          </a:p>
        </p:txBody>
      </p:sp>
      <p:pic>
        <p:nvPicPr>
          <p:cNvPr id="7" name="Picture 6"/>
          <p:cNvPicPr>
            <a:picLocks noChangeAspect="1"/>
          </p:cNvPicPr>
          <p:nvPr/>
        </p:nvPicPr>
        <p:blipFill>
          <a:blip r:embed="rId4"/>
          <a:stretch>
            <a:fillRect/>
          </a:stretch>
        </p:blipFill>
        <p:spPr>
          <a:xfrm>
            <a:off x="1137729" y="1976720"/>
            <a:ext cx="5773550" cy="3116826"/>
          </a:xfrm>
          <a:prstGeom prst="rect">
            <a:avLst/>
          </a:prstGeom>
        </p:spPr>
      </p:pic>
    </p:spTree>
    <p:extLst>
      <p:ext uri="{BB962C8B-B14F-4D97-AF65-F5344CB8AC3E}">
        <p14:creationId xmlns:p14="http://schemas.microsoft.com/office/powerpoint/2010/main" val="7806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04823-D163-4037-8287-2266F13AE9DC}"/>
              </a:ext>
            </a:extLst>
          </p:cNvPr>
          <p:cNvSpPr>
            <a:spLocks noGrp="1"/>
          </p:cNvSpPr>
          <p:nvPr>
            <p:ph type="title"/>
          </p:nvPr>
        </p:nvSpPr>
        <p:spPr>
          <a:xfrm>
            <a:off x="384048" y="247425"/>
            <a:ext cx="8378952" cy="621030"/>
          </a:xfrm>
        </p:spPr>
        <p:txBody>
          <a:bodyPr/>
          <a:lstStyle/>
          <a:p>
            <a:r>
              <a:rPr lang="en-IN"/>
              <a:t>HTL PLUGIN</a:t>
            </a:r>
          </a:p>
        </p:txBody>
      </p:sp>
      <p:pic>
        <p:nvPicPr>
          <p:cNvPr id="4" name="Picture 3">
            <a:extLst>
              <a:ext uri="{FF2B5EF4-FFF2-40B4-BE49-F238E27FC236}">
                <a16:creationId xmlns:a16="http://schemas.microsoft.com/office/drawing/2014/main" id="{D37002D5-E25A-479E-916F-1257ED9A80A1}"/>
              </a:ext>
            </a:extLst>
          </p:cNvPr>
          <p:cNvPicPr>
            <a:picLocks noChangeAspect="1"/>
          </p:cNvPicPr>
          <p:nvPr/>
        </p:nvPicPr>
        <p:blipFill>
          <a:blip r:embed="rId2"/>
          <a:stretch>
            <a:fillRect/>
          </a:stretch>
        </p:blipFill>
        <p:spPr>
          <a:xfrm>
            <a:off x="384048" y="2454766"/>
            <a:ext cx="4671815" cy="1979301"/>
          </a:xfrm>
          <a:prstGeom prst="rect">
            <a:avLst/>
          </a:prstGeom>
        </p:spPr>
      </p:pic>
      <p:pic>
        <p:nvPicPr>
          <p:cNvPr id="8" name="Picture 7">
            <a:extLst>
              <a:ext uri="{FF2B5EF4-FFF2-40B4-BE49-F238E27FC236}">
                <a16:creationId xmlns:a16="http://schemas.microsoft.com/office/drawing/2014/main" id="{DD7CF287-766B-486B-BD66-8CCF794208EF}"/>
              </a:ext>
            </a:extLst>
          </p:cNvPr>
          <p:cNvPicPr>
            <a:picLocks noChangeAspect="1"/>
          </p:cNvPicPr>
          <p:nvPr/>
        </p:nvPicPr>
        <p:blipFill>
          <a:blip r:embed="rId3"/>
          <a:stretch>
            <a:fillRect/>
          </a:stretch>
        </p:blipFill>
        <p:spPr>
          <a:xfrm>
            <a:off x="5220174" y="2454765"/>
            <a:ext cx="3593566" cy="1979301"/>
          </a:xfrm>
          <a:prstGeom prst="rect">
            <a:avLst/>
          </a:prstGeom>
        </p:spPr>
      </p:pic>
      <p:sp>
        <p:nvSpPr>
          <p:cNvPr id="9" name="TextBox 8">
            <a:extLst>
              <a:ext uri="{FF2B5EF4-FFF2-40B4-BE49-F238E27FC236}">
                <a16:creationId xmlns:a16="http://schemas.microsoft.com/office/drawing/2014/main" id="{CBED207D-E22A-48D3-8D72-64B1930DB5FB}"/>
              </a:ext>
            </a:extLst>
          </p:cNvPr>
          <p:cNvSpPr txBox="1"/>
          <p:nvPr/>
        </p:nvSpPr>
        <p:spPr>
          <a:xfrm>
            <a:off x="384048" y="878044"/>
            <a:ext cx="8257032" cy="1184940"/>
          </a:xfrm>
          <a:prstGeom prst="rect">
            <a:avLst/>
          </a:prstGeom>
        </p:spPr>
        <p:txBody>
          <a:bodyPr wrap="square" lIns="0" tIns="0" rIns="0" bIns="0" rtlCol="0">
            <a:spAutoFit/>
          </a:bodyPr>
          <a:lstStyle/>
          <a:p>
            <a:pPr algn="l"/>
            <a:r>
              <a:rPr lang="en-IN" sz="1100" b="0" i="0">
                <a:solidFill>
                  <a:schemeClr val="accent2">
                    <a:lumMod val="75000"/>
                  </a:schemeClr>
                </a:solidFill>
                <a:effectLst/>
                <a:latin typeface="arial" panose="020B0604020202020204" pitchFamily="34" charset="0"/>
              </a:rPr>
              <a:t>HTL Maven Plugin </a:t>
            </a:r>
            <a:r>
              <a:rPr lang="en-IN" sz="1100" b="0" i="0">
                <a:solidFill>
                  <a:schemeClr val="tx2"/>
                </a:solidFill>
                <a:effectLst/>
                <a:latin typeface="arial" panose="020B0604020202020204" pitchFamily="34" charset="0"/>
              </a:rPr>
              <a:t>(Introduced in AEM 6.3)</a:t>
            </a:r>
            <a:br>
              <a:rPr lang="en-IN" sz="1100" b="0" i="0">
                <a:solidFill>
                  <a:schemeClr val="tx2"/>
                </a:solidFill>
                <a:effectLst/>
                <a:latin typeface="arial" panose="020B0604020202020204" pitchFamily="34" charset="0"/>
              </a:rPr>
            </a:br>
            <a:br>
              <a:rPr lang="en-IN" sz="1100" b="0" i="0">
                <a:solidFill>
                  <a:schemeClr val="tx2"/>
                </a:solidFill>
                <a:effectLst/>
                <a:latin typeface="arial" panose="020B0604020202020204" pitchFamily="34" charset="0"/>
              </a:rPr>
            </a:br>
            <a:r>
              <a:rPr lang="en-US" sz="1100" b="0" i="0">
                <a:solidFill>
                  <a:srgbClr val="000000"/>
                </a:solidFill>
                <a:effectLst/>
                <a:latin typeface="arial" panose="020B0604020202020204" pitchFamily="34" charset="0"/>
              </a:rPr>
              <a:t>Before this plugin, There was no way to validate our HTML templating language (Sightly / HTL). Either it could be right or wrong (syntactically), and we wouldn’t know what the errors could be, only until after the build completes. This plugin helps by-pass such a case by validating the HTL at runtime, saving time and effort of the developer in the process.</a:t>
            </a:r>
            <a:br>
              <a:rPr lang="en-US" sz="1100" b="0" i="0">
                <a:solidFill>
                  <a:srgbClr val="000000"/>
                </a:solidFill>
                <a:effectLst/>
                <a:latin typeface="arial" panose="020B0604020202020204" pitchFamily="34" charset="0"/>
              </a:rPr>
            </a:br>
            <a:br>
              <a:rPr lang="en-US" sz="1100" b="0" i="0">
                <a:solidFill>
                  <a:srgbClr val="000000"/>
                </a:solidFill>
                <a:effectLst/>
                <a:latin typeface="arial" panose="020B0604020202020204" pitchFamily="34" charset="0"/>
              </a:rPr>
            </a:br>
            <a:r>
              <a:rPr lang="en-US" sz="1100">
                <a:solidFill>
                  <a:srgbClr val="000000"/>
                </a:solidFill>
                <a:latin typeface="arial" panose="020B0604020202020204" pitchFamily="34" charset="0"/>
              </a:rPr>
              <a:t>Add the below snippet to the pom.xml present in the project’s parent folder - \</a:t>
            </a:r>
            <a:r>
              <a:rPr lang="en-US" sz="1100" err="1">
                <a:solidFill>
                  <a:srgbClr val="000000"/>
                </a:solidFill>
                <a:latin typeface="arial" panose="020B0604020202020204" pitchFamily="34" charset="0"/>
              </a:rPr>
              <a:t>genc</a:t>
            </a:r>
            <a:r>
              <a:rPr lang="en-US" sz="1100">
                <a:solidFill>
                  <a:srgbClr val="000000"/>
                </a:solidFill>
                <a:latin typeface="arial" panose="020B0604020202020204" pitchFamily="34" charset="0"/>
              </a:rPr>
              <a:t>-</a:t>
            </a:r>
            <a:r>
              <a:rPr lang="en-US" sz="1100" err="1">
                <a:solidFill>
                  <a:srgbClr val="000000"/>
                </a:solidFill>
                <a:latin typeface="arial" panose="020B0604020202020204" pitchFamily="34" charset="0"/>
              </a:rPr>
              <a:t>aem</a:t>
            </a:r>
            <a:r>
              <a:rPr lang="en-US" sz="1100">
                <a:solidFill>
                  <a:srgbClr val="000000"/>
                </a:solidFill>
                <a:latin typeface="arial" panose="020B0604020202020204" pitchFamily="34" charset="0"/>
              </a:rPr>
              <a:t>-training\pom.xml</a:t>
            </a:r>
            <a:endParaRPr lang="en-IN" sz="1100">
              <a:solidFill>
                <a:schemeClr val="tx2"/>
              </a:solidFill>
            </a:endParaRPr>
          </a:p>
        </p:txBody>
      </p:sp>
    </p:spTree>
    <p:extLst>
      <p:ext uri="{BB962C8B-B14F-4D97-AF65-F5344CB8AC3E}">
        <p14:creationId xmlns:p14="http://schemas.microsoft.com/office/powerpoint/2010/main" val="1790206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1CDC-40D5-4D7E-B67F-6174280933DB}"/>
              </a:ext>
            </a:extLst>
          </p:cNvPr>
          <p:cNvSpPr>
            <a:spLocks noGrp="1"/>
          </p:cNvSpPr>
          <p:nvPr>
            <p:ph type="title"/>
          </p:nvPr>
        </p:nvSpPr>
        <p:spPr>
          <a:xfrm>
            <a:off x="382524" y="274320"/>
            <a:ext cx="8378952" cy="621030"/>
          </a:xfrm>
        </p:spPr>
        <p:txBody>
          <a:bodyPr/>
          <a:lstStyle/>
          <a:p>
            <a:r>
              <a:rPr lang="en-US"/>
              <a:t>References</a:t>
            </a:r>
            <a:endParaRPr lang="en-IN"/>
          </a:p>
        </p:txBody>
      </p:sp>
      <p:sp>
        <p:nvSpPr>
          <p:cNvPr id="3" name="TextBox 2">
            <a:extLst>
              <a:ext uri="{FF2B5EF4-FFF2-40B4-BE49-F238E27FC236}">
                <a16:creationId xmlns:a16="http://schemas.microsoft.com/office/drawing/2014/main" id="{56FAADE4-1B2F-433E-9CD4-96943C4E5DD3}"/>
              </a:ext>
            </a:extLst>
          </p:cNvPr>
          <p:cNvSpPr txBox="1"/>
          <p:nvPr/>
        </p:nvSpPr>
        <p:spPr>
          <a:xfrm>
            <a:off x="592118" y="895350"/>
            <a:ext cx="7698442" cy="3385542"/>
          </a:xfrm>
          <a:prstGeom prst="rect">
            <a:avLst/>
          </a:prstGeom>
        </p:spPr>
        <p:txBody>
          <a:bodyPr wrap="square" lIns="0" tIns="0" rIns="0" bIns="0" rtlCol="0">
            <a:spAutoFit/>
          </a:bodyPr>
          <a:lstStyle/>
          <a:p>
            <a:pPr algn="l"/>
            <a:r>
              <a:rPr lang="en-US" sz="1100"/>
              <a:t>AEM HTL Read–Eval–Print Loop - </a:t>
            </a:r>
            <a:r>
              <a:rPr lang="en-US" sz="1100">
                <a:solidFill>
                  <a:schemeClr val="tx2"/>
                </a:solidFill>
              </a:rPr>
              <a:t>Provides a live coding environment, and helps aid the learning process. Please refer - </a:t>
            </a:r>
            <a:r>
              <a:rPr lang="en-US" sz="1100">
                <a:solidFill>
                  <a:schemeClr val="tx2"/>
                </a:solidFill>
                <a:hlinkClick r:id="rId2"/>
              </a:rPr>
              <a:t>http://www.sgaemsolutions.com/2017/07/tips-and-tricks-of-htlsightly.html</a:t>
            </a:r>
            <a:endParaRPr lang="en-US" sz="1100">
              <a:solidFill>
                <a:schemeClr val="tx2"/>
              </a:solidFill>
            </a:endParaRPr>
          </a:p>
          <a:p>
            <a:pPr algn="l"/>
            <a:endParaRPr lang="en-US" sz="1100">
              <a:solidFill>
                <a:schemeClr val="tx2"/>
              </a:solidFill>
            </a:endParaRPr>
          </a:p>
          <a:p>
            <a:pPr algn="l"/>
            <a:r>
              <a:rPr lang="en-US" sz="1100">
                <a:solidFill>
                  <a:schemeClr val="tx2"/>
                </a:solidFill>
              </a:rPr>
              <a:t>HTL Block Statements – Official Docx</a:t>
            </a:r>
          </a:p>
          <a:p>
            <a:pPr algn="l"/>
            <a:r>
              <a:rPr lang="en-US" sz="1100">
                <a:solidFill>
                  <a:schemeClr val="tx2"/>
                </a:solidFill>
                <a:hlinkClick r:id="rId3"/>
              </a:rPr>
              <a:t>https://experienceleague.adobe.com/docs/experience-manager-htl/using/htl/block-statements.html?lang=en</a:t>
            </a:r>
            <a:endParaRPr lang="en-US" sz="1100">
              <a:solidFill>
                <a:schemeClr val="tx2"/>
              </a:solidFill>
            </a:endParaRPr>
          </a:p>
          <a:p>
            <a:pPr algn="l"/>
            <a:endParaRPr lang="en-US" sz="1100">
              <a:solidFill>
                <a:schemeClr val="tx2"/>
              </a:solidFill>
            </a:endParaRPr>
          </a:p>
          <a:p>
            <a:pPr algn="l"/>
            <a:r>
              <a:rPr lang="en-US" sz="1100">
                <a:solidFill>
                  <a:schemeClr val="tx2"/>
                </a:solidFill>
              </a:rPr>
              <a:t>HTL Expression Language – Official Docx</a:t>
            </a:r>
          </a:p>
          <a:p>
            <a:pPr algn="l"/>
            <a:r>
              <a:rPr lang="en-US" sz="1100">
                <a:solidFill>
                  <a:schemeClr val="tx2"/>
                </a:solidFill>
                <a:hlinkClick r:id="rId4"/>
              </a:rPr>
              <a:t>https://experienceleague.adobe.com/docs/experience-manager-htl/using/htl/expression-language.html?lang=en</a:t>
            </a:r>
            <a:endParaRPr lang="en-US" sz="1100">
              <a:solidFill>
                <a:schemeClr val="tx2"/>
              </a:solidFill>
            </a:endParaRPr>
          </a:p>
          <a:p>
            <a:pPr algn="l"/>
            <a:endParaRPr lang="en-US" sz="1100">
              <a:solidFill>
                <a:schemeClr val="tx2"/>
              </a:solidFill>
            </a:endParaRPr>
          </a:p>
          <a:p>
            <a:pPr algn="l"/>
            <a:r>
              <a:rPr lang="en-US" sz="1100">
                <a:solidFill>
                  <a:schemeClr val="tx2"/>
                </a:solidFill>
              </a:rPr>
              <a:t>HTL Deep Dive – 1</a:t>
            </a:r>
          </a:p>
          <a:p>
            <a:pPr algn="l"/>
            <a:r>
              <a:rPr lang="en-US" sz="1100">
                <a:solidFill>
                  <a:schemeClr val="tx2"/>
                </a:solidFill>
                <a:hlinkClick r:id="rId5"/>
              </a:rPr>
              <a:t>http://www.sgaemsolutions.com/2018/03/deep-dive-in-htlsightly-in-aem-63.html</a:t>
            </a:r>
            <a:endParaRPr lang="en-US" sz="1100">
              <a:solidFill>
                <a:schemeClr val="tx2"/>
              </a:solidFill>
            </a:endParaRPr>
          </a:p>
          <a:p>
            <a:pPr algn="l"/>
            <a:endParaRPr lang="en-US" sz="1100">
              <a:solidFill>
                <a:schemeClr val="tx2"/>
              </a:solidFill>
            </a:endParaRPr>
          </a:p>
          <a:p>
            <a:pPr algn="l"/>
            <a:r>
              <a:rPr lang="en-US" sz="1100">
                <a:solidFill>
                  <a:schemeClr val="tx2"/>
                </a:solidFill>
              </a:rPr>
              <a:t>HTL Deep Dive – 2</a:t>
            </a:r>
          </a:p>
          <a:p>
            <a:pPr algn="l"/>
            <a:r>
              <a:rPr lang="en-US" sz="1100">
                <a:solidFill>
                  <a:schemeClr val="tx2"/>
                </a:solidFill>
                <a:hlinkClick r:id="rId6"/>
              </a:rPr>
              <a:t>http://www.sgaemsolutions.com/2018/09/deep-dive-in-sightlyhtl-in-aem-part-2.html</a:t>
            </a:r>
            <a:endParaRPr lang="en-US" sz="1100">
              <a:solidFill>
                <a:schemeClr val="tx2"/>
              </a:solidFill>
            </a:endParaRPr>
          </a:p>
          <a:p>
            <a:pPr algn="l"/>
            <a:endParaRPr lang="en-US" sz="1100">
              <a:solidFill>
                <a:schemeClr val="tx2"/>
              </a:solidFill>
            </a:endParaRPr>
          </a:p>
          <a:p>
            <a:pPr algn="l"/>
            <a:r>
              <a:rPr lang="en-US" sz="1100" err="1">
                <a:solidFill>
                  <a:schemeClr val="tx2"/>
                </a:solidFill>
              </a:rPr>
              <a:t>Javascript</a:t>
            </a:r>
            <a:r>
              <a:rPr lang="en-US" sz="1100">
                <a:solidFill>
                  <a:schemeClr val="tx2"/>
                </a:solidFill>
              </a:rPr>
              <a:t> Use API</a:t>
            </a:r>
          </a:p>
          <a:p>
            <a:pPr algn="l"/>
            <a:r>
              <a:rPr lang="en-US" sz="1100">
                <a:solidFill>
                  <a:schemeClr val="tx2"/>
                </a:solidFill>
                <a:hlinkClick r:id="rId7"/>
              </a:rPr>
              <a:t>https://experienceleague.adobe.com/docs/experience-manager-htl/using/htl/use-api-javascript.html?lang=en#</a:t>
            </a:r>
            <a:endParaRPr lang="en-US" sz="1100">
              <a:solidFill>
                <a:schemeClr val="tx2"/>
              </a:solidFill>
            </a:endParaRPr>
          </a:p>
          <a:p>
            <a:pPr algn="l"/>
            <a:endParaRPr lang="en-US" sz="1100">
              <a:solidFill>
                <a:schemeClr val="tx2"/>
              </a:solidFill>
            </a:endParaRPr>
          </a:p>
          <a:p>
            <a:pPr algn="l"/>
            <a:endParaRPr lang="en-US" sz="1100">
              <a:solidFill>
                <a:schemeClr val="tx2"/>
              </a:solidFill>
            </a:endParaRPr>
          </a:p>
          <a:p>
            <a:pPr algn="l"/>
            <a:endParaRPr lang="en-IN" sz="1100">
              <a:solidFill>
                <a:schemeClr val="tx2"/>
              </a:solidFill>
            </a:endParaRPr>
          </a:p>
        </p:txBody>
      </p:sp>
    </p:spTree>
    <p:extLst>
      <p:ext uri="{BB962C8B-B14F-4D97-AF65-F5344CB8AC3E}">
        <p14:creationId xmlns:p14="http://schemas.microsoft.com/office/powerpoint/2010/main" val="1315129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0E174-46F1-E94D-895E-54330777A3E2}"/>
              </a:ext>
            </a:extLst>
          </p:cNvPr>
          <p:cNvSpPr>
            <a:spLocks noGrp="1"/>
          </p:cNvSpPr>
          <p:nvPr>
            <p:ph type="ctrTitle"/>
          </p:nvPr>
        </p:nvSpPr>
        <p:spPr>
          <a:xfrm>
            <a:off x="810510" y="1743410"/>
            <a:ext cx="6731000" cy="609398"/>
          </a:xfrm>
        </p:spPr>
        <p:txBody>
          <a:bodyPr/>
          <a:lstStyle/>
          <a:p>
            <a:r>
              <a:rPr lang="en-US" dirty="0"/>
              <a:t>Questions?</a:t>
            </a:r>
          </a:p>
        </p:txBody>
      </p:sp>
    </p:spTree>
    <p:extLst>
      <p:ext uri="{BB962C8B-B14F-4D97-AF65-F5344CB8AC3E}">
        <p14:creationId xmlns:p14="http://schemas.microsoft.com/office/powerpoint/2010/main" val="2633769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0E174-46F1-E94D-895E-54330777A3E2}"/>
              </a:ext>
            </a:extLst>
          </p:cNvPr>
          <p:cNvSpPr>
            <a:spLocks noGrp="1"/>
          </p:cNvSpPr>
          <p:nvPr>
            <p:ph type="ctrTitle"/>
          </p:nvPr>
        </p:nvSpPr>
        <p:spPr>
          <a:xfrm>
            <a:off x="810510" y="1743410"/>
            <a:ext cx="6731000" cy="609398"/>
          </a:xfrm>
        </p:spPr>
        <p:txBody>
          <a:bodyPr/>
          <a:lstStyle/>
          <a:p>
            <a:r>
              <a:rPr lang="en-US"/>
              <a:t>Thank You All!</a:t>
            </a:r>
          </a:p>
        </p:txBody>
      </p:sp>
    </p:spTree>
    <p:extLst>
      <p:ext uri="{BB962C8B-B14F-4D97-AF65-F5344CB8AC3E}">
        <p14:creationId xmlns:p14="http://schemas.microsoft.com/office/powerpoint/2010/main" val="9089031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gnizantnewbrand">
  <a:themeElements>
    <a:clrScheme name="Cognizant Colors 2020">
      <a:dk1>
        <a:srgbClr val="0033A0"/>
      </a:dk1>
      <a:lt1>
        <a:srgbClr val="FFFFFF"/>
      </a:lt1>
      <a:dk2>
        <a:srgbClr val="000000"/>
      </a:dk2>
      <a:lt2>
        <a:srgbClr val="FFFFFF"/>
      </a:lt2>
      <a:accent1>
        <a:srgbClr val="000063"/>
      </a:accent1>
      <a:accent2>
        <a:srgbClr val="0033A0"/>
      </a:accent2>
      <a:accent3>
        <a:srgbClr val="2C67FF"/>
      </a:accent3>
      <a:accent4>
        <a:srgbClr val="328DFF"/>
      </a:accent4>
      <a:accent5>
        <a:srgbClr val="404040"/>
      </a:accent5>
      <a:accent6>
        <a:srgbClr val="D9D9D9"/>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nizantnewbrand" id="{34464321-73E4-410E-B743-CF8D3DC5F44C}" vid="{66CDC2FA-A042-42D3-A5C3-2B3348401B6A}"/>
    </a:ext>
  </a:extLst>
</a:theme>
</file>

<file path=ppt/theme/theme2.xml><?xml version="1.0" encoding="utf-8"?>
<a:theme xmlns:a="http://schemas.openxmlformats.org/drawingml/2006/main" name="1_Cognizantnewbrand">
  <a:themeElements>
    <a:clrScheme name="Cognizant Colors 2020">
      <a:dk1>
        <a:srgbClr val="0033A0"/>
      </a:dk1>
      <a:lt1>
        <a:srgbClr val="FFFFFF"/>
      </a:lt1>
      <a:dk2>
        <a:srgbClr val="000000"/>
      </a:dk2>
      <a:lt2>
        <a:srgbClr val="FFFFFF"/>
      </a:lt2>
      <a:accent1>
        <a:srgbClr val="000063"/>
      </a:accent1>
      <a:accent2>
        <a:srgbClr val="0033A0"/>
      </a:accent2>
      <a:accent3>
        <a:srgbClr val="2C67FF"/>
      </a:accent3>
      <a:accent4>
        <a:srgbClr val="328DFF"/>
      </a:accent4>
      <a:accent5>
        <a:srgbClr val="404040"/>
      </a:accent5>
      <a:accent6>
        <a:srgbClr val="D9D9D9"/>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nizantnewbrand" id="{34464321-73E4-410E-B743-CF8D3DC5F44C}" vid="{66CDC2FA-A042-42D3-A5C3-2B3348401B6A}"/>
    </a:ext>
  </a:extLst>
</a:theme>
</file>

<file path=ppt/theme/theme3.xml><?xml version="1.0" encoding="utf-8"?>
<a:theme xmlns:a="http://schemas.openxmlformats.org/drawingml/2006/main" name="2_Cognizantnewbrand">
  <a:themeElements>
    <a:clrScheme name="Cognizant Colors 2020">
      <a:dk1>
        <a:srgbClr val="0033A0"/>
      </a:dk1>
      <a:lt1>
        <a:srgbClr val="FFFFFF"/>
      </a:lt1>
      <a:dk2>
        <a:srgbClr val="000000"/>
      </a:dk2>
      <a:lt2>
        <a:srgbClr val="FFFFFF"/>
      </a:lt2>
      <a:accent1>
        <a:srgbClr val="000063"/>
      </a:accent1>
      <a:accent2>
        <a:srgbClr val="0033A0"/>
      </a:accent2>
      <a:accent3>
        <a:srgbClr val="2C67FF"/>
      </a:accent3>
      <a:accent4>
        <a:srgbClr val="328DFF"/>
      </a:accent4>
      <a:accent5>
        <a:srgbClr val="404040"/>
      </a:accent5>
      <a:accent6>
        <a:srgbClr val="D9D9D9"/>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nizantnewbrand" id="{34464321-73E4-410E-B743-CF8D3DC5F44C}" vid="{66CDC2FA-A042-42D3-A5C3-2B3348401B6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E8F0F05FD0EE4090DF3C12422F1084" ma:contentTypeVersion="5" ma:contentTypeDescription="Create a new document." ma:contentTypeScope="" ma:versionID="174f6d1e2576cdaeb5bf8de199a7616a">
  <xsd:schema xmlns:xsd="http://www.w3.org/2001/XMLSchema" xmlns:xs="http://www.w3.org/2001/XMLSchema" xmlns:p="http://schemas.microsoft.com/office/2006/metadata/properties" xmlns:ns2="814ae316-286e-4ea9-975e-928a105abcea" xmlns:ns3="92ecbfc5-d27d-4d6c-90c5-384ba4c05459" targetNamespace="http://schemas.microsoft.com/office/2006/metadata/properties" ma:root="true" ma:fieldsID="1669435b926e2b8373a64095f13de84b" ns2:_="" ns3:_="">
    <xsd:import namespace="814ae316-286e-4ea9-975e-928a105abcea"/>
    <xsd:import namespace="92ecbfc5-d27d-4d6c-90c5-384ba4c054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4ae316-286e-4ea9-975e-928a105abc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ecbfc5-d27d-4d6c-90c5-384ba4c054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872D9D-955F-44DE-B8E4-02B31EFD3651}"/>
</file>

<file path=customXml/itemProps2.xml><?xml version="1.0" encoding="utf-8"?>
<ds:datastoreItem xmlns:ds="http://schemas.openxmlformats.org/officeDocument/2006/customXml" ds:itemID="{DA421221-6257-44B8-A0C2-D26A1BFC5168}">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CB683CF-7DFD-4974-9672-9F63D2D5A38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32</Slides>
  <Notes>1</Notes>
  <HiddenSlides>0</HiddenSlides>
  <ScaleCrop>false</ScaleCrop>
  <HeadingPairs>
    <vt:vector size="4" baseType="variant">
      <vt:variant>
        <vt:lpstr>Theme</vt:lpstr>
      </vt:variant>
      <vt:variant>
        <vt:i4>3</vt:i4>
      </vt:variant>
      <vt:variant>
        <vt:lpstr>Slide Titles</vt:lpstr>
      </vt:variant>
      <vt:variant>
        <vt:i4>32</vt:i4>
      </vt:variant>
    </vt:vector>
  </HeadingPairs>
  <TitlesOfParts>
    <vt:vector size="35" baseType="lpstr">
      <vt:lpstr>Cognizantnewbrand</vt:lpstr>
      <vt:lpstr>1_Cognizantnewbrand</vt:lpstr>
      <vt:lpstr>2_Cognizantnewbrand</vt:lpstr>
      <vt:lpstr>HTL - Basic and Advanced</vt:lpstr>
      <vt:lpstr>Content </vt:lpstr>
      <vt:lpstr>PowerPoint Presentation</vt:lpstr>
      <vt:lpstr>HTL Syntax</vt:lpstr>
      <vt:lpstr>Example</vt:lpstr>
      <vt:lpstr>Useful Objects Available  Each of the following objects is backed by the corresponding Java object. </vt:lpstr>
      <vt:lpstr>HTL Block Statements</vt:lpstr>
      <vt:lpstr>HTL Block Statements</vt:lpstr>
      <vt:lpstr>Types of HTL Block Statements</vt:lpstr>
      <vt:lpstr>Types of HTL Block Statements</vt:lpstr>
      <vt:lpstr>Types of HTL Block Statements</vt:lpstr>
      <vt:lpstr>Types of HTL Block Statements</vt:lpstr>
      <vt:lpstr>Types of HTL Block Statements</vt:lpstr>
      <vt:lpstr>Types of HTL Block Statements</vt:lpstr>
      <vt:lpstr>PowerPoint Presentation</vt:lpstr>
      <vt:lpstr>HTL Expression Options</vt:lpstr>
      <vt:lpstr>PowerPoint Presentation</vt:lpstr>
      <vt:lpstr>String Format Option</vt:lpstr>
      <vt:lpstr>Internationalization  (@i18n) </vt:lpstr>
      <vt:lpstr>URI Manipulation  </vt:lpstr>
      <vt:lpstr>URI Manipulation</vt:lpstr>
      <vt:lpstr>PowerPoint Presentation</vt:lpstr>
      <vt:lpstr>PowerPoint Presentation</vt:lpstr>
      <vt:lpstr>HTL - Miscellaneous</vt:lpstr>
      <vt:lpstr>Date Format Options</vt:lpstr>
      <vt:lpstr>Best Practices</vt:lpstr>
      <vt:lpstr>JavaScript Use API</vt:lpstr>
      <vt:lpstr>JavaScript Use API</vt:lpstr>
      <vt:lpstr>HTL PLUGIN</vt:lpstr>
      <vt:lpstr>References</vt:lpstr>
      <vt:lpstr>Questions?</vt:lpstr>
      <vt:lpstr>Thank You All!</vt:lpstr>
    </vt:vector>
  </TitlesOfParts>
  <Manager/>
  <Company>Cognizant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OCM CoE - Capabilities</dc:title>
  <dc:subject/>
  <dc:creator>Cole, Ladawna (Cognizant)</dc:creator>
  <cp:keywords/>
  <dc:description/>
  <cp:revision>7</cp:revision>
  <cp:lastPrinted>2020-02-12T20:07:34Z</cp:lastPrinted>
  <dcterms:created xsi:type="dcterms:W3CDTF">2018-08-01T04:55:58Z</dcterms:created>
  <dcterms:modified xsi:type="dcterms:W3CDTF">2022-04-12T04:25:09Z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0x01010093E8F0F05FD0EE4090DF3C12422F1084</vt:lpwstr>
  </property>
</Properties>
</file>